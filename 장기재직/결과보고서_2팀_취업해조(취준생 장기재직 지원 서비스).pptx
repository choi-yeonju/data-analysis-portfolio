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(MS)" panose="020B0600000101010101" charset="0"/>
      <p:regular r:id="rId21"/>
    </p:embeddedFont>
    <p:embeddedFont>
      <p:font typeface="Arimo" panose="020B0600000101010101" charset="0"/>
      <p:regular r:id="rId22"/>
    </p:embeddedFont>
    <p:embeddedFont>
      <p:font typeface="Arimo Bold" panose="020B0600000101010101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12" Type="http://schemas.openxmlformats.org/officeDocument/2006/relationships/image" Target="../media/image11.svg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4.svg"/><Relationship Id="rId15" Type="http://schemas.openxmlformats.org/officeDocument/2006/relationships/image" Target="../media/image8.png"/><Relationship Id="rId10" Type="http://schemas.openxmlformats.org/officeDocument/2006/relationships/image" Target="../media/image9.svg"/><Relationship Id="rId19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9.svg"/><Relationship Id="rId18" Type="http://schemas.openxmlformats.org/officeDocument/2006/relationships/image" Target="../media/image18.png"/><Relationship Id="rId3" Type="http://schemas.openxmlformats.org/officeDocument/2006/relationships/image" Target="../media/image2.svg"/><Relationship Id="rId21" Type="http://schemas.openxmlformats.org/officeDocument/2006/relationships/image" Target="../media/image37.svg"/><Relationship Id="rId7" Type="http://schemas.openxmlformats.org/officeDocument/2006/relationships/image" Target="../media/image23.svg"/><Relationship Id="rId12" Type="http://schemas.openxmlformats.org/officeDocument/2006/relationships/image" Target="../media/image15.png"/><Relationship Id="rId17" Type="http://schemas.openxmlformats.org/officeDocument/2006/relationships/image" Target="../media/image33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7.svg"/><Relationship Id="rId5" Type="http://schemas.openxmlformats.org/officeDocument/2006/relationships/image" Target="../media/image21.svg"/><Relationship Id="rId15" Type="http://schemas.openxmlformats.org/officeDocument/2006/relationships/image" Target="../media/image31.svg"/><Relationship Id="rId10" Type="http://schemas.openxmlformats.org/officeDocument/2006/relationships/image" Target="../media/image14.png"/><Relationship Id="rId19" Type="http://schemas.openxmlformats.org/officeDocument/2006/relationships/image" Target="../media/image35.svg"/><Relationship Id="rId4" Type="http://schemas.openxmlformats.org/officeDocument/2006/relationships/image" Target="../media/image11.png"/><Relationship Id="rId9" Type="http://schemas.openxmlformats.org/officeDocument/2006/relationships/image" Target="../media/image25.sv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26.png"/><Relationship Id="rId18" Type="http://schemas.openxmlformats.org/officeDocument/2006/relationships/image" Target="../media/image2.svg"/><Relationship Id="rId26" Type="http://schemas.openxmlformats.org/officeDocument/2006/relationships/image" Target="../media/image4.png"/><Relationship Id="rId3" Type="http://schemas.openxmlformats.org/officeDocument/2006/relationships/image" Target="../media/image39.svg"/><Relationship Id="rId21" Type="http://schemas.openxmlformats.org/officeDocument/2006/relationships/image" Target="../media/image29.png"/><Relationship Id="rId7" Type="http://schemas.openxmlformats.org/officeDocument/2006/relationships/image" Target="../media/image23.png"/><Relationship Id="rId12" Type="http://schemas.openxmlformats.org/officeDocument/2006/relationships/image" Target="../media/image48.svg"/><Relationship Id="rId17" Type="http://schemas.openxmlformats.org/officeDocument/2006/relationships/image" Target="../media/image1.png"/><Relationship Id="rId25" Type="http://schemas.openxmlformats.org/officeDocument/2006/relationships/image" Target="../media/image31.png"/><Relationship Id="rId2" Type="http://schemas.openxmlformats.org/officeDocument/2006/relationships/image" Target="../media/image20.png"/><Relationship Id="rId16" Type="http://schemas.openxmlformats.org/officeDocument/2006/relationships/image" Target="../media/image52.svg"/><Relationship Id="rId20" Type="http://schemas.openxmlformats.org/officeDocument/2006/relationships/image" Target="../media/image5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25.png"/><Relationship Id="rId24" Type="http://schemas.openxmlformats.org/officeDocument/2006/relationships/image" Target="../media/image58.sv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23" Type="http://schemas.openxmlformats.org/officeDocument/2006/relationships/image" Target="../media/image30.png"/><Relationship Id="rId10" Type="http://schemas.openxmlformats.org/officeDocument/2006/relationships/image" Target="../media/image46.svg"/><Relationship Id="rId19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14" Type="http://schemas.openxmlformats.org/officeDocument/2006/relationships/image" Target="../media/image50.svg"/><Relationship Id="rId22" Type="http://schemas.openxmlformats.org/officeDocument/2006/relationships/image" Target="../media/image56.svg"/><Relationship Id="rId27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35.png"/><Relationship Id="rId18" Type="http://schemas.openxmlformats.org/officeDocument/2006/relationships/image" Target="../media/image71.svg"/><Relationship Id="rId26" Type="http://schemas.openxmlformats.org/officeDocument/2006/relationships/image" Target="../media/image39.png"/><Relationship Id="rId3" Type="http://schemas.openxmlformats.org/officeDocument/2006/relationships/image" Target="../media/image39.svg"/><Relationship Id="rId21" Type="http://schemas.openxmlformats.org/officeDocument/2006/relationships/image" Target="../media/image31.png"/><Relationship Id="rId7" Type="http://schemas.openxmlformats.org/officeDocument/2006/relationships/image" Target="../media/image32.png"/><Relationship Id="rId12" Type="http://schemas.openxmlformats.org/officeDocument/2006/relationships/image" Target="../media/image65.svg"/><Relationship Id="rId17" Type="http://schemas.openxmlformats.org/officeDocument/2006/relationships/image" Target="../media/image37.png"/><Relationship Id="rId25" Type="http://schemas.openxmlformats.org/officeDocument/2006/relationships/image" Target="../media/image44.svg"/><Relationship Id="rId2" Type="http://schemas.openxmlformats.org/officeDocument/2006/relationships/image" Target="../media/image20.png"/><Relationship Id="rId16" Type="http://schemas.openxmlformats.org/officeDocument/2006/relationships/image" Target="../media/image69.svg"/><Relationship Id="rId20" Type="http://schemas.openxmlformats.org/officeDocument/2006/relationships/image" Target="../media/image7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34.png"/><Relationship Id="rId24" Type="http://schemas.openxmlformats.org/officeDocument/2006/relationships/image" Target="../media/image23.png"/><Relationship Id="rId5" Type="http://schemas.openxmlformats.org/officeDocument/2006/relationships/image" Target="../media/image22.png"/><Relationship Id="rId15" Type="http://schemas.openxmlformats.org/officeDocument/2006/relationships/image" Target="../media/image36.png"/><Relationship Id="rId23" Type="http://schemas.openxmlformats.org/officeDocument/2006/relationships/image" Target="../media/image7.svg"/><Relationship Id="rId10" Type="http://schemas.openxmlformats.org/officeDocument/2006/relationships/image" Target="../media/image63.svg"/><Relationship Id="rId19" Type="http://schemas.openxmlformats.org/officeDocument/2006/relationships/image" Target="../media/image38.png"/><Relationship Id="rId4" Type="http://schemas.openxmlformats.org/officeDocument/2006/relationships/image" Target="../media/image21.png"/><Relationship Id="rId9" Type="http://schemas.openxmlformats.org/officeDocument/2006/relationships/image" Target="../media/image33.png"/><Relationship Id="rId14" Type="http://schemas.openxmlformats.org/officeDocument/2006/relationships/image" Target="../media/image67.svg"/><Relationship Id="rId22" Type="http://schemas.openxmlformats.org/officeDocument/2006/relationships/image" Target="../media/image4.png"/><Relationship Id="rId27" Type="http://schemas.openxmlformats.org/officeDocument/2006/relationships/image" Target="../media/image7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9.svg"/><Relationship Id="rId7" Type="http://schemas.openxmlformats.org/officeDocument/2006/relationships/image" Target="../media/image5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7.svg"/><Relationship Id="rId5" Type="http://schemas.openxmlformats.org/officeDocument/2006/relationships/image" Target="../media/image77.svg"/><Relationship Id="rId10" Type="http://schemas.openxmlformats.org/officeDocument/2006/relationships/image" Target="../media/image4.png"/><Relationship Id="rId4" Type="http://schemas.openxmlformats.org/officeDocument/2006/relationships/image" Target="../media/image40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3.png"/><Relationship Id="rId3" Type="http://schemas.openxmlformats.org/officeDocument/2006/relationships/image" Target="../media/image39.svg"/><Relationship Id="rId7" Type="http://schemas.openxmlformats.org/officeDocument/2006/relationships/image" Target="../media/image22.png"/><Relationship Id="rId12" Type="http://schemas.openxmlformats.org/officeDocument/2006/relationships/image" Target="../media/image35.svg"/><Relationship Id="rId17" Type="http://schemas.openxmlformats.org/officeDocument/2006/relationships/image" Target="../media/image7.svg"/><Relationship Id="rId2" Type="http://schemas.openxmlformats.org/officeDocument/2006/relationships/image" Target="../media/image20.png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8.png"/><Relationship Id="rId5" Type="http://schemas.openxmlformats.org/officeDocument/2006/relationships/image" Target="../media/image79.svg"/><Relationship Id="rId15" Type="http://schemas.openxmlformats.org/officeDocument/2006/relationships/image" Target="../media/image31.png"/><Relationship Id="rId10" Type="http://schemas.openxmlformats.org/officeDocument/2006/relationships/image" Target="../media/image81.svg"/><Relationship Id="rId4" Type="http://schemas.openxmlformats.org/officeDocument/2006/relationships/image" Target="../media/image41.png"/><Relationship Id="rId9" Type="http://schemas.openxmlformats.org/officeDocument/2006/relationships/image" Target="../media/image42.png"/><Relationship Id="rId14" Type="http://schemas.openxmlformats.org/officeDocument/2006/relationships/image" Target="../media/image8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13" Type="http://schemas.openxmlformats.org/officeDocument/2006/relationships/image" Target="../media/image31.png"/><Relationship Id="rId3" Type="http://schemas.openxmlformats.org/officeDocument/2006/relationships/image" Target="../media/image39.svg"/><Relationship Id="rId7" Type="http://schemas.openxmlformats.org/officeDocument/2006/relationships/image" Target="../media/image42.png"/><Relationship Id="rId12" Type="http://schemas.openxmlformats.org/officeDocument/2006/relationships/image" Target="../media/image8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3.png"/><Relationship Id="rId5" Type="http://schemas.openxmlformats.org/officeDocument/2006/relationships/image" Target="../media/image22.png"/><Relationship Id="rId15" Type="http://schemas.openxmlformats.org/officeDocument/2006/relationships/image" Target="../media/image7.svg"/><Relationship Id="rId10" Type="http://schemas.openxmlformats.org/officeDocument/2006/relationships/image" Target="../media/image35.sv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1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13" Type="http://schemas.openxmlformats.org/officeDocument/2006/relationships/image" Target="../media/image31.png"/><Relationship Id="rId3" Type="http://schemas.openxmlformats.org/officeDocument/2006/relationships/image" Target="../media/image39.svg"/><Relationship Id="rId7" Type="http://schemas.openxmlformats.org/officeDocument/2006/relationships/image" Target="../media/image42.png"/><Relationship Id="rId12" Type="http://schemas.openxmlformats.org/officeDocument/2006/relationships/image" Target="../media/image8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3.png"/><Relationship Id="rId5" Type="http://schemas.openxmlformats.org/officeDocument/2006/relationships/image" Target="../media/image22.png"/><Relationship Id="rId15" Type="http://schemas.openxmlformats.org/officeDocument/2006/relationships/image" Target="../media/image7.svg"/><Relationship Id="rId10" Type="http://schemas.openxmlformats.org/officeDocument/2006/relationships/image" Target="../media/image35.sv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1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13" Type="http://schemas.openxmlformats.org/officeDocument/2006/relationships/image" Target="../media/image31.png"/><Relationship Id="rId3" Type="http://schemas.openxmlformats.org/officeDocument/2006/relationships/image" Target="../media/image39.svg"/><Relationship Id="rId7" Type="http://schemas.openxmlformats.org/officeDocument/2006/relationships/image" Target="../media/image42.png"/><Relationship Id="rId12" Type="http://schemas.openxmlformats.org/officeDocument/2006/relationships/image" Target="../media/image8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svg"/><Relationship Id="rId11" Type="http://schemas.openxmlformats.org/officeDocument/2006/relationships/image" Target="../media/image43.png"/><Relationship Id="rId5" Type="http://schemas.openxmlformats.org/officeDocument/2006/relationships/image" Target="../media/image22.png"/><Relationship Id="rId15" Type="http://schemas.openxmlformats.org/officeDocument/2006/relationships/image" Target="../media/image7.svg"/><Relationship Id="rId10" Type="http://schemas.openxmlformats.org/officeDocument/2006/relationships/image" Target="../media/image35.sv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1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svg"/><Relationship Id="rId7" Type="http://schemas.openxmlformats.org/officeDocument/2006/relationships/image" Target="../media/image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9.svg"/><Relationship Id="rId7" Type="http://schemas.openxmlformats.org/officeDocument/2006/relationships/image" Target="../media/image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9.svg"/><Relationship Id="rId7" Type="http://schemas.openxmlformats.org/officeDocument/2006/relationships/image" Target="../media/image7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1.png"/><Relationship Id="rId4" Type="http://schemas.openxmlformats.org/officeDocument/2006/relationships/image" Target="../media/image21.png"/><Relationship Id="rId9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1.png"/><Relationship Id="rId5" Type="http://schemas.openxmlformats.org/officeDocument/2006/relationships/image" Target="../media/image39.svg"/><Relationship Id="rId10" Type="http://schemas.openxmlformats.org/officeDocument/2006/relationships/image" Target="../media/image49.jpeg"/><Relationship Id="rId4" Type="http://schemas.openxmlformats.org/officeDocument/2006/relationships/image" Target="../media/image20.png"/><Relationship Id="rId9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7.svg"/><Relationship Id="rId3" Type="http://schemas.openxmlformats.org/officeDocument/2006/relationships/image" Target="../media/image39.svg"/><Relationship Id="rId7" Type="http://schemas.openxmlformats.org/officeDocument/2006/relationships/image" Target="../media/image93.svg"/><Relationship Id="rId12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31.png"/><Relationship Id="rId5" Type="http://schemas.openxmlformats.org/officeDocument/2006/relationships/image" Target="../media/image91.svg"/><Relationship Id="rId10" Type="http://schemas.openxmlformats.org/officeDocument/2006/relationships/image" Target="../media/image95.svg"/><Relationship Id="rId4" Type="http://schemas.openxmlformats.org/officeDocument/2006/relationships/image" Target="../media/image50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7.svg"/><Relationship Id="rId3" Type="http://schemas.openxmlformats.org/officeDocument/2006/relationships/image" Target="../media/image39.svg"/><Relationship Id="rId7" Type="http://schemas.openxmlformats.org/officeDocument/2006/relationships/image" Target="../media/image93.svg"/><Relationship Id="rId12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31.png"/><Relationship Id="rId5" Type="http://schemas.openxmlformats.org/officeDocument/2006/relationships/image" Target="../media/image91.svg"/><Relationship Id="rId10" Type="http://schemas.openxmlformats.org/officeDocument/2006/relationships/image" Target="../media/image95.svg"/><Relationship Id="rId4" Type="http://schemas.openxmlformats.org/officeDocument/2006/relationships/image" Target="../media/image50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00385" y="-19050"/>
            <a:ext cx="2787615" cy="3255445"/>
          </a:xfrm>
          <a:custGeom>
            <a:avLst/>
            <a:gdLst/>
            <a:ahLst/>
            <a:cxnLst/>
            <a:rect l="l" t="t" r="r" b="b"/>
            <a:pathLst>
              <a:path w="2787615" h="3255445">
                <a:moveTo>
                  <a:pt x="0" y="0"/>
                </a:moveTo>
                <a:lnTo>
                  <a:pt x="2787615" y="0"/>
                </a:lnTo>
                <a:lnTo>
                  <a:pt x="2787615" y="3255445"/>
                </a:lnTo>
                <a:lnTo>
                  <a:pt x="0" y="3255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-61251" r="-9436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26479" y="2082422"/>
            <a:ext cx="6461027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아이티윌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6479" y="2686031"/>
            <a:ext cx="10407625" cy="95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취준생 장기재직 지원 서비스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646328"/>
            <a:chOff x="0" y="0"/>
            <a:chExt cx="24384000" cy="8617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61822"/>
            </a:xfrm>
            <a:custGeom>
              <a:avLst/>
              <a:gdLst/>
              <a:ahLst/>
              <a:cxnLst/>
              <a:rect l="l" t="t" r="r" b="b"/>
              <a:pathLst>
                <a:path w="24384000" h="861822">
                  <a:moveTo>
                    <a:pt x="0" y="0"/>
                  </a:moveTo>
                  <a:lnTo>
                    <a:pt x="24384000" y="0"/>
                  </a:lnTo>
                  <a:lnTo>
                    <a:pt x="24384000" y="861822"/>
                  </a:lnTo>
                  <a:lnTo>
                    <a:pt x="0" y="861822"/>
                  </a:lnTo>
                  <a:close/>
                </a:path>
              </a:pathLst>
            </a:custGeom>
            <a:solidFill>
              <a:srgbClr val="FFD85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24384000" cy="8712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 spc="900">
                  <a:solidFill>
                    <a:srgbClr val="3378C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K-Digital Training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86294" y="9041111"/>
            <a:ext cx="1770355" cy="563613"/>
            <a:chOff x="0" y="0"/>
            <a:chExt cx="2360473" cy="751484"/>
          </a:xfrm>
        </p:grpSpPr>
        <p:sp>
          <p:nvSpPr>
            <p:cNvPr id="10" name="Freeform 10" descr="EMB0000378c3f3d"/>
            <p:cNvSpPr/>
            <p:nvPr/>
          </p:nvSpPr>
          <p:spPr>
            <a:xfrm>
              <a:off x="0" y="0"/>
              <a:ext cx="2360422" cy="751459"/>
            </a:xfrm>
            <a:custGeom>
              <a:avLst/>
              <a:gdLst/>
              <a:ahLst/>
              <a:cxnLst/>
              <a:rect l="l" t="t" r="r" b="b"/>
              <a:pathLst>
                <a:path w="2360422" h="751459">
                  <a:moveTo>
                    <a:pt x="0" y="0"/>
                  </a:moveTo>
                  <a:lnTo>
                    <a:pt x="2360422" y="0"/>
                  </a:lnTo>
                  <a:lnTo>
                    <a:pt x="2360422" y="751459"/>
                  </a:lnTo>
                  <a:lnTo>
                    <a:pt x="0" y="751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62" b="-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3136642" y="9041111"/>
            <a:ext cx="1785814" cy="530914"/>
          </a:xfrm>
          <a:custGeom>
            <a:avLst/>
            <a:gdLst/>
            <a:ahLst/>
            <a:cxnLst/>
            <a:rect l="l" t="t" r="r" b="b"/>
            <a:pathLst>
              <a:path w="1785814" h="530914">
                <a:moveTo>
                  <a:pt x="0" y="0"/>
                </a:moveTo>
                <a:lnTo>
                  <a:pt x="1785814" y="0"/>
                </a:lnTo>
                <a:lnTo>
                  <a:pt x="1785814" y="530914"/>
                </a:lnTo>
                <a:lnTo>
                  <a:pt x="0" y="530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t="-992" b="-990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40049" y="5872734"/>
            <a:ext cx="11204962" cy="5524090"/>
          </a:xfrm>
          <a:custGeom>
            <a:avLst/>
            <a:gdLst/>
            <a:ahLst/>
            <a:cxnLst/>
            <a:rect l="l" t="t" r="r" b="b"/>
            <a:pathLst>
              <a:path w="11204962" h="5524090">
                <a:moveTo>
                  <a:pt x="0" y="0"/>
                </a:moveTo>
                <a:lnTo>
                  <a:pt x="11204962" y="0"/>
                </a:lnTo>
                <a:lnTo>
                  <a:pt x="11204962" y="5524090"/>
                </a:lnTo>
                <a:lnTo>
                  <a:pt x="0" y="55240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 t="-2992" b="-2992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0" y="2279771"/>
            <a:ext cx="9414034" cy="8026670"/>
          </a:xfrm>
          <a:custGeom>
            <a:avLst/>
            <a:gdLst/>
            <a:ahLst/>
            <a:cxnLst/>
            <a:rect l="l" t="t" r="r" b="b"/>
            <a:pathLst>
              <a:path w="9414034" h="8026670">
                <a:moveTo>
                  <a:pt x="0" y="0"/>
                </a:moveTo>
                <a:lnTo>
                  <a:pt x="9414034" y="0"/>
                </a:lnTo>
                <a:lnTo>
                  <a:pt x="9414034" y="8026670"/>
                </a:lnTo>
                <a:lnTo>
                  <a:pt x="0" y="8026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l="-27685" t="-1" r="-119" b="-21034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94570" y="3266018"/>
            <a:ext cx="1570825" cy="1571206"/>
          </a:xfrm>
          <a:custGeom>
            <a:avLst/>
            <a:gdLst/>
            <a:ahLst/>
            <a:cxnLst/>
            <a:rect l="l" t="t" r="r" b="b"/>
            <a:pathLst>
              <a:path w="1570825" h="1571206">
                <a:moveTo>
                  <a:pt x="0" y="0"/>
                </a:moveTo>
                <a:lnTo>
                  <a:pt x="1570824" y="0"/>
                </a:lnTo>
                <a:lnTo>
                  <a:pt x="1570824" y="1571206"/>
                </a:lnTo>
                <a:lnTo>
                  <a:pt x="0" y="15712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793344" y="8263471"/>
            <a:ext cx="503663" cy="503663"/>
          </a:xfrm>
          <a:custGeom>
            <a:avLst/>
            <a:gdLst/>
            <a:ahLst/>
            <a:cxnLst/>
            <a:rect l="l" t="t" r="r" b="b"/>
            <a:pathLst>
              <a:path w="503663" h="503663">
                <a:moveTo>
                  <a:pt x="0" y="0"/>
                </a:moveTo>
                <a:lnTo>
                  <a:pt x="503663" y="0"/>
                </a:lnTo>
                <a:lnTo>
                  <a:pt x="503663" y="503663"/>
                </a:lnTo>
                <a:lnTo>
                  <a:pt x="0" y="5036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79982" y="8727834"/>
            <a:ext cx="482441" cy="482441"/>
          </a:xfrm>
          <a:custGeom>
            <a:avLst/>
            <a:gdLst/>
            <a:ahLst/>
            <a:cxnLst/>
            <a:rect l="l" t="t" r="r" b="b"/>
            <a:pathLst>
              <a:path w="482441" h="482441">
                <a:moveTo>
                  <a:pt x="0" y="0"/>
                </a:moveTo>
                <a:lnTo>
                  <a:pt x="482441" y="0"/>
                </a:lnTo>
                <a:lnTo>
                  <a:pt x="482441" y="482441"/>
                </a:lnTo>
                <a:lnTo>
                  <a:pt x="0" y="48244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flipV="1">
            <a:off x="10120817" y="5823080"/>
            <a:ext cx="2495655" cy="1057494"/>
          </a:xfrm>
          <a:custGeom>
            <a:avLst/>
            <a:gdLst/>
            <a:ahLst/>
            <a:cxnLst/>
            <a:rect l="l" t="t" r="r" b="b"/>
            <a:pathLst>
              <a:path w="2495655" h="1057494">
                <a:moveTo>
                  <a:pt x="0" y="1057494"/>
                </a:moveTo>
                <a:lnTo>
                  <a:pt x="2495655" y="1057494"/>
                </a:lnTo>
                <a:lnTo>
                  <a:pt x="2495655" y="0"/>
                </a:lnTo>
                <a:lnTo>
                  <a:pt x="0" y="0"/>
                </a:lnTo>
                <a:lnTo>
                  <a:pt x="0" y="1057494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 t="-6082" b="-6083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467169" y="5956902"/>
            <a:ext cx="7554973" cy="141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36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TEAM 2</a:t>
            </a: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   취업해조 </a:t>
            </a:r>
          </a:p>
          <a:p>
            <a:pPr algn="l">
              <a:lnSpc>
                <a:spcPts val="4860"/>
              </a:lnSpc>
            </a:pP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이슬기, 강태규, 이하정, 배지환, 최연주, 한서은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7169" y="7355172"/>
            <a:ext cx="7554973" cy="575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[멘토] 서진수 강사님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507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1319100" y="-19050"/>
            <a:ext cx="6968900" cy="4944999"/>
          </a:xfrm>
          <a:custGeom>
            <a:avLst/>
            <a:gdLst/>
            <a:ahLst/>
            <a:cxnLst/>
            <a:rect l="l" t="t" r="r" b="b"/>
            <a:pathLst>
              <a:path w="6968900" h="4944999">
                <a:moveTo>
                  <a:pt x="0" y="4944999"/>
                </a:moveTo>
                <a:lnTo>
                  <a:pt x="6968900" y="4944999"/>
                </a:lnTo>
                <a:lnTo>
                  <a:pt x="6968900" y="0"/>
                </a:lnTo>
                <a:lnTo>
                  <a:pt x="0" y="0"/>
                </a:lnTo>
                <a:lnTo>
                  <a:pt x="0" y="49449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l="1" r="-37972" b="-4131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04499" y="1453448"/>
            <a:ext cx="3195437" cy="118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목 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7765" y="805529"/>
            <a:ext cx="3195437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12126" y="3752821"/>
            <a:ext cx="5326723" cy="48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4601" y="3590792"/>
            <a:ext cx="938774" cy="80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12126" y="4954448"/>
            <a:ext cx="4624645" cy="48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팀 구성 및 역할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4601" y="4789751"/>
            <a:ext cx="963835" cy="80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12126" y="6156084"/>
            <a:ext cx="4938141" cy="48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절차 및 방법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4601" y="5988710"/>
            <a:ext cx="963835" cy="80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12126" y="7357720"/>
            <a:ext cx="3544453" cy="48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54601" y="7187670"/>
            <a:ext cx="963835" cy="80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12126" y="8559356"/>
            <a:ext cx="4624645" cy="480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자체 평가 의견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54601" y="8386629"/>
            <a:ext cx="963835" cy="804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0" y="10115550"/>
            <a:ext cx="18288000" cy="171450"/>
            <a:chOff x="0" y="0"/>
            <a:chExt cx="24384000" cy="228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-1564024" y="6433776"/>
            <a:ext cx="214312" cy="214312"/>
          </a:xfrm>
          <a:custGeom>
            <a:avLst/>
            <a:gdLst/>
            <a:ahLst/>
            <a:cxnLst/>
            <a:rect l="l" t="t" r="r" b="b"/>
            <a:pathLst>
              <a:path w="214312" h="214312">
                <a:moveTo>
                  <a:pt x="0" y="0"/>
                </a:moveTo>
                <a:lnTo>
                  <a:pt x="214312" y="0"/>
                </a:lnTo>
                <a:lnTo>
                  <a:pt x="214312" y="214312"/>
                </a:lnTo>
                <a:lnTo>
                  <a:pt x="0" y="2143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6609562" y="2332758"/>
            <a:ext cx="350044" cy="350044"/>
          </a:xfrm>
          <a:custGeom>
            <a:avLst/>
            <a:gdLst/>
            <a:ahLst/>
            <a:cxnLst/>
            <a:rect l="l" t="t" r="r" b="b"/>
            <a:pathLst>
              <a:path w="350044" h="350044">
                <a:moveTo>
                  <a:pt x="0" y="0"/>
                </a:moveTo>
                <a:lnTo>
                  <a:pt x="350043" y="0"/>
                </a:lnTo>
                <a:lnTo>
                  <a:pt x="350043" y="350044"/>
                </a:lnTo>
                <a:lnTo>
                  <a:pt x="0" y="3500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2700000">
            <a:off x="17900009" y="454142"/>
            <a:ext cx="515522" cy="515522"/>
          </a:xfrm>
          <a:custGeom>
            <a:avLst/>
            <a:gdLst/>
            <a:ahLst/>
            <a:cxnLst/>
            <a:rect l="l" t="t" r="r" b="b"/>
            <a:pathLst>
              <a:path w="515522" h="515522">
                <a:moveTo>
                  <a:pt x="0" y="0"/>
                </a:moveTo>
                <a:lnTo>
                  <a:pt x="515521" y="0"/>
                </a:lnTo>
                <a:lnTo>
                  <a:pt x="515521" y="515522"/>
                </a:lnTo>
                <a:lnTo>
                  <a:pt x="0" y="5155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19589" y="1564834"/>
            <a:ext cx="9166812" cy="5150996"/>
          </a:xfrm>
          <a:custGeom>
            <a:avLst/>
            <a:gdLst/>
            <a:ahLst/>
            <a:cxnLst/>
            <a:rect l="l" t="t" r="r" b="b"/>
            <a:pathLst>
              <a:path w="9166812" h="5150996">
                <a:moveTo>
                  <a:pt x="0" y="0"/>
                </a:moveTo>
                <a:lnTo>
                  <a:pt x="9166812" y="0"/>
                </a:lnTo>
                <a:lnTo>
                  <a:pt x="9166812" y="5150996"/>
                </a:lnTo>
                <a:lnTo>
                  <a:pt x="0" y="5150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 t="-13016" b="-13016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564334" y="7764999"/>
            <a:ext cx="357188" cy="357188"/>
          </a:xfrm>
          <a:custGeom>
            <a:avLst/>
            <a:gdLst/>
            <a:ahLst/>
            <a:cxnLst/>
            <a:rect l="l" t="t" r="r" b="b"/>
            <a:pathLst>
              <a:path w="357188" h="357188">
                <a:moveTo>
                  <a:pt x="0" y="0"/>
                </a:moveTo>
                <a:lnTo>
                  <a:pt x="357187" y="0"/>
                </a:lnTo>
                <a:lnTo>
                  <a:pt x="357187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807403" y="6447796"/>
            <a:ext cx="160449" cy="160449"/>
          </a:xfrm>
          <a:custGeom>
            <a:avLst/>
            <a:gdLst/>
            <a:ahLst/>
            <a:cxnLst/>
            <a:rect l="l" t="t" r="r" b="b"/>
            <a:pathLst>
              <a:path w="160449" h="160449">
                <a:moveTo>
                  <a:pt x="0" y="0"/>
                </a:moveTo>
                <a:lnTo>
                  <a:pt x="160449" y="0"/>
                </a:lnTo>
                <a:lnTo>
                  <a:pt x="160449" y="160449"/>
                </a:lnTo>
                <a:lnTo>
                  <a:pt x="0" y="16044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805454" y="4128440"/>
            <a:ext cx="480832" cy="480832"/>
          </a:xfrm>
          <a:custGeom>
            <a:avLst/>
            <a:gdLst/>
            <a:ahLst/>
            <a:cxnLst/>
            <a:rect l="l" t="t" r="r" b="b"/>
            <a:pathLst>
              <a:path w="480832" h="480832">
                <a:moveTo>
                  <a:pt x="0" y="0"/>
                </a:moveTo>
                <a:lnTo>
                  <a:pt x="480832" y="0"/>
                </a:lnTo>
                <a:lnTo>
                  <a:pt x="480832" y="480831"/>
                </a:lnTo>
                <a:lnTo>
                  <a:pt x="0" y="48083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444884" y="2736694"/>
            <a:ext cx="480832" cy="456486"/>
          </a:xfrm>
          <a:custGeom>
            <a:avLst/>
            <a:gdLst/>
            <a:ahLst/>
            <a:cxnLst/>
            <a:rect l="l" t="t" r="r" b="b"/>
            <a:pathLst>
              <a:path w="480832" h="456486">
                <a:moveTo>
                  <a:pt x="0" y="0"/>
                </a:moveTo>
                <a:lnTo>
                  <a:pt x="480832" y="0"/>
                </a:lnTo>
                <a:lnTo>
                  <a:pt x="480832" y="456486"/>
                </a:lnTo>
                <a:lnTo>
                  <a:pt x="0" y="45648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 l="-435" r="-433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개요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27000"/>
              </a:blip>
              <a:stretch>
                <a:fillRect b="-27287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아래 내용이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반드시 포함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되도록 작성</a:t>
            </a: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한다. 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2" name="Freeform 12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7" name="Freeform 17"/>
          <p:cNvSpPr/>
          <p:nvPr/>
        </p:nvSpPr>
        <p:spPr>
          <a:xfrm rot="-6939660">
            <a:off x="2572" y="8295846"/>
            <a:ext cx="2178634" cy="1376048"/>
          </a:xfrm>
          <a:custGeom>
            <a:avLst/>
            <a:gdLst/>
            <a:ahLst/>
            <a:cxnLst/>
            <a:rect l="l" t="t" r="r" b="b"/>
            <a:pathLst>
              <a:path w="2178634" h="1376048">
                <a:moveTo>
                  <a:pt x="0" y="0"/>
                </a:moveTo>
                <a:lnTo>
                  <a:pt x="2178634" y="0"/>
                </a:lnTo>
                <a:lnTo>
                  <a:pt x="2178634" y="1376049"/>
                </a:lnTo>
                <a:lnTo>
                  <a:pt x="0" y="1376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l="-53784" b="-582"/>
            </a:stretch>
          </a:blipFill>
        </p:spPr>
      </p:sp>
      <p:sp>
        <p:nvSpPr>
          <p:cNvPr id="18" name="Freeform 18"/>
          <p:cNvSpPr/>
          <p:nvPr/>
        </p:nvSpPr>
        <p:spPr>
          <a:xfrm rot="-434280">
            <a:off x="12931645" y="7143321"/>
            <a:ext cx="5565591" cy="2804227"/>
          </a:xfrm>
          <a:custGeom>
            <a:avLst/>
            <a:gdLst/>
            <a:ahLst/>
            <a:cxnLst/>
            <a:rect l="l" t="t" r="r" b="b"/>
            <a:pathLst>
              <a:path w="5565591" h="2804227">
                <a:moveTo>
                  <a:pt x="0" y="0"/>
                </a:moveTo>
                <a:lnTo>
                  <a:pt x="5565591" y="0"/>
                </a:lnTo>
                <a:lnTo>
                  <a:pt x="5565591" y="2804227"/>
                </a:lnTo>
                <a:lnTo>
                  <a:pt x="0" y="28042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t="-42" b="-41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7535306" y="4746879"/>
            <a:ext cx="267891" cy="267891"/>
          </a:xfrm>
          <a:custGeom>
            <a:avLst/>
            <a:gdLst/>
            <a:ahLst/>
            <a:cxnLst/>
            <a:rect l="l" t="t" r="r" b="b"/>
            <a:pathLst>
              <a:path w="267891" h="267891">
                <a:moveTo>
                  <a:pt x="0" y="0"/>
                </a:moveTo>
                <a:lnTo>
                  <a:pt x="267891" y="0"/>
                </a:lnTo>
                <a:lnTo>
                  <a:pt x="267891" y="267891"/>
                </a:lnTo>
                <a:lnTo>
                  <a:pt x="0" y="2678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1327620">
            <a:off x="580492" y="8165011"/>
            <a:ext cx="280359" cy="311506"/>
          </a:xfrm>
          <a:custGeom>
            <a:avLst/>
            <a:gdLst/>
            <a:ahLst/>
            <a:cxnLst/>
            <a:rect l="l" t="t" r="r" b="b"/>
            <a:pathLst>
              <a:path w="280359" h="311506">
                <a:moveTo>
                  <a:pt x="0" y="0"/>
                </a:moveTo>
                <a:lnTo>
                  <a:pt x="280358" y="0"/>
                </a:lnTo>
                <a:lnTo>
                  <a:pt x="280358" y="311506"/>
                </a:lnTo>
                <a:lnTo>
                  <a:pt x="0" y="311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l="-506" r="-502"/>
            </a:stretch>
          </a:blipFill>
        </p:spPr>
      </p:sp>
      <p:sp>
        <p:nvSpPr>
          <p:cNvPr id="21" name="Freeform 21"/>
          <p:cNvSpPr/>
          <p:nvPr/>
        </p:nvSpPr>
        <p:spPr>
          <a:xfrm rot="-10800000">
            <a:off x="16524513" y="7354795"/>
            <a:ext cx="1763487" cy="1169984"/>
          </a:xfrm>
          <a:custGeom>
            <a:avLst/>
            <a:gdLst/>
            <a:ahLst/>
            <a:cxnLst/>
            <a:rect l="l" t="t" r="r" b="b"/>
            <a:pathLst>
              <a:path w="1763487" h="1169984">
                <a:moveTo>
                  <a:pt x="0" y="0"/>
                </a:moveTo>
                <a:lnTo>
                  <a:pt x="1763487" y="0"/>
                </a:lnTo>
                <a:lnTo>
                  <a:pt x="1763487" y="1169985"/>
                </a:lnTo>
                <a:lnTo>
                  <a:pt x="0" y="11699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 l="-81557" b="-11088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0" y="4892840"/>
            <a:ext cx="4372394" cy="4271639"/>
          </a:xfrm>
          <a:custGeom>
            <a:avLst/>
            <a:gdLst/>
            <a:ahLst/>
            <a:cxnLst/>
            <a:rect l="l" t="t" r="r" b="b"/>
            <a:pathLst>
              <a:path w="4372394" h="4271639">
                <a:moveTo>
                  <a:pt x="0" y="0"/>
                </a:moveTo>
                <a:lnTo>
                  <a:pt x="4372394" y="0"/>
                </a:lnTo>
                <a:lnTo>
                  <a:pt x="4372394" y="4271639"/>
                </a:lnTo>
                <a:lnTo>
                  <a:pt x="0" y="42716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 l="-83190" b="-32795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0" y="8902008"/>
            <a:ext cx="18288000" cy="1384992"/>
          </a:xfrm>
          <a:custGeom>
            <a:avLst/>
            <a:gdLst/>
            <a:ahLst/>
            <a:cxnLst/>
            <a:rect l="l" t="t" r="r" b="b"/>
            <a:pathLst>
              <a:path w="18288000" h="1384992">
                <a:moveTo>
                  <a:pt x="0" y="0"/>
                </a:moveTo>
                <a:lnTo>
                  <a:pt x="18288000" y="0"/>
                </a:lnTo>
                <a:lnTo>
                  <a:pt x="18288000" y="1384992"/>
                </a:lnTo>
                <a:lnTo>
                  <a:pt x="0" y="138499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 t="-321030" b="-321030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7508722" y="3361372"/>
            <a:ext cx="224057" cy="224057"/>
          </a:xfrm>
          <a:custGeom>
            <a:avLst/>
            <a:gdLst/>
            <a:ahLst/>
            <a:cxnLst/>
            <a:rect l="l" t="t" r="r" b="b"/>
            <a:pathLst>
              <a:path w="224057" h="224057">
                <a:moveTo>
                  <a:pt x="0" y="0"/>
                </a:moveTo>
                <a:lnTo>
                  <a:pt x="224056" y="0"/>
                </a:lnTo>
                <a:lnTo>
                  <a:pt x="224056" y="224057"/>
                </a:lnTo>
                <a:lnTo>
                  <a:pt x="0" y="22405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008519" y="3851158"/>
            <a:ext cx="3183465" cy="5414553"/>
          </a:xfrm>
          <a:custGeom>
            <a:avLst/>
            <a:gdLst/>
            <a:ahLst/>
            <a:cxnLst/>
            <a:rect l="l" t="t" r="r" b="b"/>
            <a:pathLst>
              <a:path w="3183465" h="5414553">
                <a:moveTo>
                  <a:pt x="0" y="0"/>
                </a:moveTo>
                <a:lnTo>
                  <a:pt x="3183464" y="0"/>
                </a:lnTo>
                <a:lnTo>
                  <a:pt x="3183464" y="5414552"/>
                </a:lnTo>
                <a:lnTo>
                  <a:pt x="0" y="541455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2285583" y="3555759"/>
            <a:ext cx="621163" cy="536696"/>
            <a:chOff x="0" y="0"/>
            <a:chExt cx="828218" cy="715594"/>
          </a:xfrm>
        </p:grpSpPr>
        <p:sp>
          <p:nvSpPr>
            <p:cNvPr id="27" name="Freeform 27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FFD85C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29" name="Group 29"/>
          <p:cNvGrpSpPr/>
          <p:nvPr/>
        </p:nvGrpSpPr>
        <p:grpSpPr>
          <a:xfrm rot="4666740">
            <a:off x="12328160" y="3552473"/>
            <a:ext cx="459610" cy="480936"/>
            <a:chOff x="0" y="0"/>
            <a:chExt cx="612813" cy="641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34000"/>
                  </a:srgbClr>
                </a:gs>
                <a:gs pos="69000">
                  <a:srgbClr val="FFD85C">
                    <a:alpha val="39000"/>
                  </a:srgbClr>
                </a:gs>
              </a:gsLst>
              <a:lin ang="10333250"/>
            </a:gradFill>
          </p:spPr>
        </p:sp>
      </p:grpSp>
      <p:sp>
        <p:nvSpPr>
          <p:cNvPr id="31" name="TextBox 31"/>
          <p:cNvSpPr txBox="1"/>
          <p:nvPr/>
        </p:nvSpPr>
        <p:spPr>
          <a:xfrm>
            <a:off x="12404407" y="3649008"/>
            <a:ext cx="383515" cy="37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13512" y="4588154"/>
            <a:ext cx="2373478" cy="105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850" b="1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</a:p>
          <a:p>
            <a:pPr algn="ctr">
              <a:lnSpc>
                <a:spcPts val="3762"/>
              </a:lnSpc>
            </a:pPr>
            <a:r>
              <a:rPr lang="en-US" sz="2850" b="1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구조</a:t>
            </a:r>
          </a:p>
        </p:txBody>
      </p:sp>
      <p:sp>
        <p:nvSpPr>
          <p:cNvPr id="33" name="Freeform 33"/>
          <p:cNvSpPr/>
          <p:nvPr/>
        </p:nvSpPr>
        <p:spPr>
          <a:xfrm>
            <a:off x="737854" y="3851158"/>
            <a:ext cx="3183465" cy="5414553"/>
          </a:xfrm>
          <a:custGeom>
            <a:avLst/>
            <a:gdLst/>
            <a:ahLst/>
            <a:cxnLst/>
            <a:rect l="l" t="t" r="r" b="b"/>
            <a:pathLst>
              <a:path w="3183465" h="5414553">
                <a:moveTo>
                  <a:pt x="0" y="0"/>
                </a:moveTo>
                <a:lnTo>
                  <a:pt x="3183465" y="0"/>
                </a:lnTo>
                <a:lnTo>
                  <a:pt x="3183465" y="5414552"/>
                </a:lnTo>
                <a:lnTo>
                  <a:pt x="0" y="541455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xmlns="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138457" y="4427944"/>
            <a:ext cx="2373478" cy="1427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프로젝트 주제 및 선정 배경, </a:t>
            </a:r>
          </a:p>
          <a:p>
            <a:pPr algn="ctr">
              <a:lnSpc>
                <a:spcPts val="3564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기획의도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2079136" y="3555759"/>
            <a:ext cx="621163" cy="536696"/>
            <a:chOff x="0" y="0"/>
            <a:chExt cx="828218" cy="715594"/>
          </a:xfrm>
        </p:grpSpPr>
        <p:sp>
          <p:nvSpPr>
            <p:cNvPr id="36" name="Freeform 36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3378C8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38" name="Group 38"/>
          <p:cNvGrpSpPr/>
          <p:nvPr/>
        </p:nvGrpSpPr>
        <p:grpSpPr>
          <a:xfrm rot="4666740">
            <a:off x="2121713" y="3552473"/>
            <a:ext cx="459610" cy="480936"/>
            <a:chOff x="0" y="0"/>
            <a:chExt cx="612813" cy="6412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69000">
                  <a:srgbClr val="2069C2">
                    <a:alpha val="14000"/>
                  </a:srgbClr>
                </a:gs>
              </a:gsLst>
              <a:lin ang="10333250"/>
            </a:gradFill>
          </p:spPr>
        </p:sp>
      </p:grpSp>
      <p:sp>
        <p:nvSpPr>
          <p:cNvPr id="40" name="TextBox 40"/>
          <p:cNvSpPr txBox="1"/>
          <p:nvPr/>
        </p:nvSpPr>
        <p:spPr>
          <a:xfrm>
            <a:off x="2197960" y="3649008"/>
            <a:ext cx="383515" cy="49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1252" y="6683683"/>
            <a:ext cx="4024146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5"/>
              </a:lnSpc>
            </a:pP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주제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취준생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장기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재직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지원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서비스</a:t>
            </a:r>
            <a:endParaRPr lang="en-US" sz="181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95"/>
              </a:lnSpc>
            </a:pPr>
            <a:endParaRPr lang="en-US" sz="181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95"/>
              </a:lnSpc>
            </a:pP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배경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취업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선택에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도움을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주기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위함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ctr">
              <a:lnSpc>
                <a:spcPts val="2395"/>
              </a:lnSpc>
            </a:pPr>
            <a:endParaRPr lang="en-US" sz="181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95"/>
              </a:lnSpc>
            </a:pP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기획의도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채용공고와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기업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리뷰를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endParaRPr lang="en-US" sz="1814" b="1" dirty="0" smtClean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95"/>
              </a:lnSpc>
            </a:pPr>
            <a:r>
              <a:rPr lang="en-US" sz="1814" b="1" dirty="0" err="1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교차</a:t>
            </a:r>
            <a:r>
              <a:rPr lang="en-US" sz="181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분석해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sz="1814" b="1" dirty="0" err="1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취준생이</a:t>
            </a:r>
            <a:r>
              <a:rPr lang="en-US" sz="181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ctr">
              <a:lnSpc>
                <a:spcPts val="2395"/>
              </a:lnSpc>
            </a:pPr>
            <a:r>
              <a:rPr lang="en-US" sz="1814" b="1" dirty="0" err="1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오래</a:t>
            </a:r>
            <a:r>
              <a:rPr lang="en-US" sz="1814" b="1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다닐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수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있는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회사를</a:t>
            </a:r>
            <a:r>
              <a:rPr lang="en-US" sz="1814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14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추천</a:t>
            </a:r>
            <a:endParaRPr lang="en-US" sz="181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95"/>
              </a:lnSpc>
            </a:pPr>
            <a:endParaRPr lang="en-US" sz="1814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4161406" y="3851158"/>
            <a:ext cx="3183465" cy="5414553"/>
          </a:xfrm>
          <a:custGeom>
            <a:avLst/>
            <a:gdLst/>
            <a:ahLst/>
            <a:cxnLst/>
            <a:rect l="l" t="t" r="r" b="b"/>
            <a:pathLst>
              <a:path w="3183465" h="5414553">
                <a:moveTo>
                  <a:pt x="0" y="0"/>
                </a:moveTo>
                <a:lnTo>
                  <a:pt x="3183464" y="0"/>
                </a:lnTo>
                <a:lnTo>
                  <a:pt x="3183464" y="5414552"/>
                </a:lnTo>
                <a:lnTo>
                  <a:pt x="0" y="541455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xmlns="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43" name="Group 43"/>
          <p:cNvGrpSpPr/>
          <p:nvPr/>
        </p:nvGrpSpPr>
        <p:grpSpPr>
          <a:xfrm>
            <a:off x="5513308" y="3555759"/>
            <a:ext cx="621163" cy="536696"/>
            <a:chOff x="0" y="0"/>
            <a:chExt cx="828218" cy="715594"/>
          </a:xfrm>
        </p:grpSpPr>
        <p:sp>
          <p:nvSpPr>
            <p:cNvPr id="44" name="Freeform 44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FFD85C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46" name="Group 46"/>
          <p:cNvGrpSpPr/>
          <p:nvPr/>
        </p:nvGrpSpPr>
        <p:grpSpPr>
          <a:xfrm rot="4666740">
            <a:off x="5555885" y="3552473"/>
            <a:ext cx="459610" cy="480936"/>
            <a:chOff x="0" y="0"/>
            <a:chExt cx="612813" cy="64124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34000"/>
                  </a:srgbClr>
                </a:gs>
                <a:gs pos="69000">
                  <a:srgbClr val="FFD85C">
                    <a:alpha val="39000"/>
                  </a:srgbClr>
                </a:gs>
              </a:gsLst>
              <a:lin ang="10333250"/>
            </a:gradFill>
          </p:spPr>
        </p:sp>
      </p:grpSp>
      <p:sp>
        <p:nvSpPr>
          <p:cNvPr id="48" name="TextBox 48"/>
          <p:cNvSpPr txBox="1"/>
          <p:nvPr/>
        </p:nvSpPr>
        <p:spPr>
          <a:xfrm>
            <a:off x="5632132" y="3649008"/>
            <a:ext cx="383515" cy="37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66399" y="4588154"/>
            <a:ext cx="2373478" cy="1059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2"/>
              </a:lnSpc>
            </a:pPr>
            <a:r>
              <a:rPr lang="en-US" sz="2850" b="1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</a:p>
          <a:p>
            <a:pPr algn="ctr">
              <a:lnSpc>
                <a:spcPts val="3762"/>
              </a:lnSpc>
            </a:pPr>
            <a:r>
              <a:rPr lang="en-US" sz="2850" b="1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내용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468278" y="6452505"/>
            <a:ext cx="2817705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endParaRPr dirty="0"/>
          </a:p>
          <a:p>
            <a:pPr algn="ctr">
              <a:lnSpc>
                <a:spcPts val="2376"/>
              </a:lnSpc>
            </a:pPr>
            <a:endParaRPr dirty="0"/>
          </a:p>
          <a:p>
            <a:pPr algn="ctr">
              <a:lnSpc>
                <a:spcPts val="2376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채용공고와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기업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리뷰를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교차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분석해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취준생이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오래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다닐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수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있는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회사를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추천해주는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의사결정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지원</a:t>
            </a:r>
            <a:r>
              <a:rPr lang="en-US" sz="1800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서비스</a:t>
            </a:r>
            <a:endParaRPr lang="en-US" sz="18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</a:pPr>
            <a:endParaRPr lang="en-US" sz="18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</a:pPr>
            <a:endParaRPr lang="en-US" sz="1800" b="1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1" name="AutoShape 51"/>
          <p:cNvSpPr/>
          <p:nvPr/>
        </p:nvSpPr>
        <p:spPr>
          <a:xfrm rot="287220">
            <a:off x="5581917" y="6380664"/>
            <a:ext cx="342433" cy="0"/>
          </a:xfrm>
          <a:prstGeom prst="line">
            <a:avLst/>
          </a:prstGeom>
          <a:ln w="19050" cap="rnd">
            <a:solidFill>
              <a:srgbClr val="FFD85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Freeform 52"/>
          <p:cNvSpPr/>
          <p:nvPr/>
        </p:nvSpPr>
        <p:spPr>
          <a:xfrm>
            <a:off x="7584967" y="3851158"/>
            <a:ext cx="3183465" cy="5414553"/>
          </a:xfrm>
          <a:custGeom>
            <a:avLst/>
            <a:gdLst/>
            <a:ahLst/>
            <a:cxnLst/>
            <a:rect l="l" t="t" r="r" b="b"/>
            <a:pathLst>
              <a:path w="3183465" h="5414553">
                <a:moveTo>
                  <a:pt x="0" y="0"/>
                </a:moveTo>
                <a:lnTo>
                  <a:pt x="3183465" y="0"/>
                </a:lnTo>
                <a:lnTo>
                  <a:pt x="3183465" y="5414552"/>
                </a:lnTo>
                <a:lnTo>
                  <a:pt x="0" y="541455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xmlns="" r:embed="rId24"/>
                </a:ext>
              </a:extLst>
            </a:blip>
            <a:stretch>
              <a:fillRect/>
            </a:stretch>
          </a:blipFill>
        </p:spPr>
      </p:sp>
      <p:grpSp>
        <p:nvGrpSpPr>
          <p:cNvPr id="53" name="Group 53"/>
          <p:cNvGrpSpPr/>
          <p:nvPr/>
        </p:nvGrpSpPr>
        <p:grpSpPr>
          <a:xfrm>
            <a:off x="8866108" y="3555759"/>
            <a:ext cx="621163" cy="536696"/>
            <a:chOff x="0" y="0"/>
            <a:chExt cx="828218" cy="715594"/>
          </a:xfrm>
        </p:grpSpPr>
        <p:sp>
          <p:nvSpPr>
            <p:cNvPr id="54" name="Freeform 54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3378C8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56" name="Group 56"/>
          <p:cNvGrpSpPr/>
          <p:nvPr/>
        </p:nvGrpSpPr>
        <p:grpSpPr>
          <a:xfrm rot="4666740">
            <a:off x="8908685" y="3552473"/>
            <a:ext cx="459610" cy="480936"/>
            <a:chOff x="0" y="0"/>
            <a:chExt cx="612813" cy="64124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69000">
                  <a:srgbClr val="2069C2">
                    <a:alpha val="14000"/>
                  </a:srgbClr>
                </a:gs>
              </a:gsLst>
              <a:lin ang="10333250"/>
            </a:gradFill>
          </p:spPr>
        </p:sp>
      </p:grpSp>
      <p:sp>
        <p:nvSpPr>
          <p:cNvPr id="58" name="TextBox 58"/>
          <p:cNvSpPr txBox="1"/>
          <p:nvPr/>
        </p:nvSpPr>
        <p:spPr>
          <a:xfrm>
            <a:off x="8984932" y="3649008"/>
            <a:ext cx="383515" cy="37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989951" y="4588154"/>
            <a:ext cx="2373478" cy="97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활용 장비 및</a:t>
            </a:r>
          </a:p>
          <a:p>
            <a:pPr algn="ctr">
              <a:lnSpc>
                <a:spcPts val="3564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재료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684084" y="6809765"/>
            <a:ext cx="3000585" cy="1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Python, Selenium, BeautifulSoup, KoNLPy, pandas, scikit-learn, Orange, Streamlit, GitHub 등</a:t>
            </a:r>
          </a:p>
          <a:p>
            <a:pPr algn="ctr">
              <a:lnSpc>
                <a:spcPts val="2376"/>
              </a:lnSpc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1" name="AutoShape 61"/>
          <p:cNvSpPr/>
          <p:nvPr/>
        </p:nvSpPr>
        <p:spPr>
          <a:xfrm rot="287220">
            <a:off x="9002078" y="6380664"/>
            <a:ext cx="342433" cy="0"/>
          </a:xfrm>
          <a:prstGeom prst="line">
            <a:avLst/>
          </a:prstGeom>
          <a:ln w="19050" cap="rnd">
            <a:solidFill>
              <a:srgbClr val="3378C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Freeform 62"/>
          <p:cNvSpPr/>
          <p:nvPr/>
        </p:nvSpPr>
        <p:spPr>
          <a:xfrm>
            <a:off x="14432080" y="3851158"/>
            <a:ext cx="3183465" cy="5414553"/>
          </a:xfrm>
          <a:custGeom>
            <a:avLst/>
            <a:gdLst/>
            <a:ahLst/>
            <a:cxnLst/>
            <a:rect l="l" t="t" r="r" b="b"/>
            <a:pathLst>
              <a:path w="3183465" h="5414553">
                <a:moveTo>
                  <a:pt x="0" y="0"/>
                </a:moveTo>
                <a:lnTo>
                  <a:pt x="3183465" y="0"/>
                </a:lnTo>
                <a:lnTo>
                  <a:pt x="3183465" y="5414552"/>
                </a:lnTo>
                <a:lnTo>
                  <a:pt x="0" y="541455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xmlns="" r:embed="rId24"/>
                </a:ext>
              </a:extLst>
            </a:blip>
            <a:stretch>
              <a:fillRect/>
            </a:stretch>
          </a:blipFill>
        </p:spPr>
      </p:sp>
      <p:grpSp>
        <p:nvGrpSpPr>
          <p:cNvPr id="63" name="Group 63"/>
          <p:cNvGrpSpPr/>
          <p:nvPr/>
        </p:nvGrpSpPr>
        <p:grpSpPr>
          <a:xfrm>
            <a:off x="15713221" y="3555759"/>
            <a:ext cx="621163" cy="536696"/>
            <a:chOff x="0" y="0"/>
            <a:chExt cx="828218" cy="715594"/>
          </a:xfrm>
        </p:grpSpPr>
        <p:sp>
          <p:nvSpPr>
            <p:cNvPr id="64" name="Freeform 64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3378C8"/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66" name="Group 66"/>
          <p:cNvGrpSpPr/>
          <p:nvPr/>
        </p:nvGrpSpPr>
        <p:grpSpPr>
          <a:xfrm rot="4666740">
            <a:off x="15755798" y="3552473"/>
            <a:ext cx="459610" cy="480936"/>
            <a:chOff x="0" y="0"/>
            <a:chExt cx="612813" cy="64124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69000">
                  <a:srgbClr val="2069C2">
                    <a:alpha val="14000"/>
                  </a:srgbClr>
                </a:gs>
              </a:gsLst>
              <a:lin ang="10333250"/>
            </a:gradFill>
          </p:spPr>
        </p:sp>
      </p:grpSp>
      <p:sp>
        <p:nvSpPr>
          <p:cNvPr id="68" name="TextBox 68"/>
          <p:cNvSpPr txBox="1"/>
          <p:nvPr/>
        </p:nvSpPr>
        <p:spPr>
          <a:xfrm>
            <a:off x="15832055" y="3649008"/>
            <a:ext cx="383515" cy="37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826177" y="4588154"/>
            <a:ext cx="2373478" cy="97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활용방안 및</a:t>
            </a:r>
          </a:p>
          <a:p>
            <a:pPr algn="ctr">
              <a:lnSpc>
                <a:spcPts val="3564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기대 효과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534883" y="6809765"/>
            <a:ext cx="3000585" cy="1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정보 불균형 해소</a:t>
            </a:r>
          </a:p>
          <a:p>
            <a:pPr algn="ctr">
              <a:lnSpc>
                <a:spcPts val="2376"/>
              </a:lnSpc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장기재직률 향상</a:t>
            </a:r>
          </a:p>
          <a:p>
            <a:pPr algn="ctr">
              <a:lnSpc>
                <a:spcPts val="2376"/>
              </a:lnSpc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원활한 취업 준비 지원</a:t>
            </a:r>
          </a:p>
          <a:p>
            <a:pPr algn="ctr">
              <a:lnSpc>
                <a:spcPts val="2376"/>
              </a:lnSpc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71" name="AutoShape 71"/>
          <p:cNvSpPr/>
          <p:nvPr/>
        </p:nvSpPr>
        <p:spPr>
          <a:xfrm rot="287220">
            <a:off x="15845790" y="6380664"/>
            <a:ext cx="342433" cy="0"/>
          </a:xfrm>
          <a:prstGeom prst="line">
            <a:avLst/>
          </a:prstGeom>
          <a:ln w="19050" cap="rnd">
            <a:solidFill>
              <a:srgbClr val="3378C8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2" name="Group 72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73" name="Freeform 73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r="-812" b="4"/>
              </a:stretch>
            </a:blipFill>
          </p:spPr>
        </p:sp>
      </p:grpSp>
      <p:sp>
        <p:nvSpPr>
          <p:cNvPr id="74" name="Freeform 74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75" name="TextBox 75"/>
          <p:cNvSpPr txBox="1"/>
          <p:nvPr/>
        </p:nvSpPr>
        <p:spPr>
          <a:xfrm>
            <a:off x="11191399" y="6780714"/>
            <a:ext cx="3000585" cy="1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6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목적 : 기존 취업 컨설팅 방식의 차별화 시도</a:t>
            </a:r>
          </a:p>
          <a:p>
            <a:pPr algn="ctr">
              <a:lnSpc>
                <a:spcPts val="2376"/>
              </a:lnSpc>
            </a:pPr>
            <a:endParaRPr lang="en-US" sz="1800" b="1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2376"/>
              </a:lnSpc>
            </a:pPr>
            <a:r>
              <a:rPr lang="en-US" sz="18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내용 : 채용 공고 데이터 및 기업 리뷰 데이터 수집 후 분석 , 머신러닝 적용 , 시각화</a:t>
            </a:r>
          </a:p>
        </p:txBody>
      </p:sp>
      <p:sp>
        <p:nvSpPr>
          <p:cNvPr id="76" name="AutoShape 76"/>
          <p:cNvSpPr/>
          <p:nvPr/>
        </p:nvSpPr>
        <p:spPr>
          <a:xfrm>
            <a:off x="1941985" y="6361612"/>
            <a:ext cx="341239" cy="28577"/>
          </a:xfrm>
          <a:prstGeom prst="line">
            <a:avLst/>
          </a:prstGeom>
          <a:ln w="19050" cap="rnd">
            <a:solidFill>
              <a:srgbClr val="3378C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77"/>
          <p:cNvSpPr/>
          <p:nvPr/>
        </p:nvSpPr>
        <p:spPr>
          <a:xfrm>
            <a:off x="12445888" y="6352121"/>
            <a:ext cx="341239" cy="28577"/>
          </a:xfrm>
          <a:prstGeom prst="line">
            <a:avLst/>
          </a:prstGeom>
          <a:ln w="19050" cap="rnd">
            <a:solidFill>
              <a:srgbClr val="FFD85C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86284" y="49986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팀 구성 및 역할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27000"/>
              </a:blip>
              <a:stretch>
                <a:fillRect b="-27287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해당 프로젝트를 진행하면서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훈련생 별로 주도적으로 참여한 부분을 중심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으로 작성한다.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2" name="Freeform 12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73068" y="3146384"/>
            <a:ext cx="16827398" cy="568366"/>
            <a:chOff x="0" y="0"/>
            <a:chExt cx="22436531" cy="7578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436581" cy="757936"/>
            </a:xfrm>
            <a:custGeom>
              <a:avLst/>
              <a:gdLst/>
              <a:ahLst/>
              <a:cxnLst/>
              <a:rect l="l" t="t" r="r" b="b"/>
              <a:pathLst>
                <a:path w="22436581" h="757936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22310217" y="0"/>
                  </a:lnTo>
                  <a:cubicBezTo>
                    <a:pt x="22379939" y="0"/>
                    <a:pt x="22436581" y="56515"/>
                    <a:pt x="22436581" y="126365"/>
                  </a:cubicBezTo>
                  <a:lnTo>
                    <a:pt x="22436581" y="631571"/>
                  </a:lnTo>
                  <a:cubicBezTo>
                    <a:pt x="22436581" y="701294"/>
                    <a:pt x="22380067" y="757936"/>
                    <a:pt x="22310217" y="757936"/>
                  </a:cubicBezTo>
                  <a:lnTo>
                    <a:pt x="126365" y="757936"/>
                  </a:lnTo>
                  <a:cubicBezTo>
                    <a:pt x="56515" y="757809"/>
                    <a:pt x="0" y="701294"/>
                    <a:pt x="0" y="631571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192254" y="3240386"/>
            <a:ext cx="8022326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* 프로젝트 운영 중 </a:t>
            </a:r>
            <a:r>
              <a:rPr lang="en-US" sz="2100" b="1">
                <a:solidFill>
                  <a:srgbClr val="FFFF00"/>
                </a:solidFill>
                <a:latin typeface="Arimo Bold"/>
                <a:ea typeface="Arimo Bold"/>
                <a:cs typeface="Arimo Bold"/>
                <a:sym typeface="Arimo Bold"/>
              </a:rPr>
              <a:t>멘토</a:t>
            </a: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의 지원내역도 간략하게 작성 </a:t>
            </a:r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786792" y="4082817"/>
          <a:ext cx="16802101" cy="5900270"/>
        </p:xfrm>
        <a:graphic>
          <a:graphicData uri="http://schemas.openxmlformats.org/drawingml/2006/table">
            <a:tbl>
              <a:tblPr/>
              <a:tblGrid>
                <a:gridCol w="3387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4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700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3B3838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훈련생</a:t>
                      </a:r>
                      <a:endParaRPr lang="en-US" sz="1100"/>
                    </a:p>
                  </a:txBody>
                  <a:tcPr marT="91440" marB="9144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역할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담당 업무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870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이슬기</a:t>
                      </a:r>
                      <a:endParaRPr lang="en-US" sz="1100"/>
                    </a:p>
                  </a:txBody>
                  <a:tcPr marT="91440" marB="9144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팀장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13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강태규</a:t>
                      </a:r>
                      <a:endParaRPr lang="en-US" sz="1100"/>
                    </a:p>
                  </a:txBody>
                  <a:tcPr marT="91440" marB="9144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팀원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289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이하정</a:t>
                      </a:r>
                      <a:endParaRPr lang="en-US" sz="1100"/>
                    </a:p>
                  </a:txBody>
                  <a:tcPr marT="91440" marB="9144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팀원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004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배지환</a:t>
                      </a:r>
                      <a:endParaRPr lang="en-US" sz="1100"/>
                    </a:p>
                  </a:txBody>
                  <a:tcPr marT="91440" marB="9144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팀원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1157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최연주</a:t>
                      </a:r>
                      <a:endParaRPr lang="en-US" sz="1100"/>
                    </a:p>
                  </a:txBody>
                  <a:tcPr marT="91440" marB="9144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팀원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799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한서은</a:t>
                      </a:r>
                      <a:endParaRPr lang="en-US" sz="1100"/>
                    </a:p>
                  </a:txBody>
                  <a:tcPr marT="91440" marB="9144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팀원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7998">
                <a:tc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서진수 강사님</a:t>
                      </a:r>
                      <a:endParaRPr lang="en-US" sz="1100"/>
                    </a:p>
                  </a:txBody>
                  <a:tcPr marT="91440" marB="9144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24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멘토</a:t>
                      </a: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T="91440" marB="9144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Freeform 21"/>
          <p:cNvSpPr/>
          <p:nvPr/>
        </p:nvSpPr>
        <p:spPr>
          <a:xfrm rot="-6939660">
            <a:off x="2572" y="8295846"/>
            <a:ext cx="2178634" cy="1376048"/>
          </a:xfrm>
          <a:custGeom>
            <a:avLst/>
            <a:gdLst/>
            <a:ahLst/>
            <a:cxnLst/>
            <a:rect l="l" t="t" r="r" b="b"/>
            <a:pathLst>
              <a:path w="2178634" h="1376048">
                <a:moveTo>
                  <a:pt x="0" y="0"/>
                </a:moveTo>
                <a:lnTo>
                  <a:pt x="2178634" y="0"/>
                </a:lnTo>
                <a:lnTo>
                  <a:pt x="2178634" y="1376049"/>
                </a:lnTo>
                <a:lnTo>
                  <a:pt x="0" y="1376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l="-53784" b="-58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706676" y="9189977"/>
            <a:ext cx="164935" cy="164935"/>
          </a:xfrm>
          <a:custGeom>
            <a:avLst/>
            <a:gdLst/>
            <a:ahLst/>
            <a:cxnLst/>
            <a:rect l="l" t="t" r="r" b="b"/>
            <a:pathLst>
              <a:path w="164935" h="164935">
                <a:moveTo>
                  <a:pt x="0" y="0"/>
                </a:moveTo>
                <a:lnTo>
                  <a:pt x="164935" y="0"/>
                </a:lnTo>
                <a:lnTo>
                  <a:pt x="164935" y="164935"/>
                </a:lnTo>
                <a:lnTo>
                  <a:pt x="0" y="1649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6772275" y="7058058"/>
            <a:ext cx="4069690" cy="537953"/>
            <a:chOff x="0" y="0"/>
            <a:chExt cx="5426253" cy="71727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6772275" y="7058058"/>
            <a:ext cx="537953" cy="537953"/>
            <a:chOff x="0" y="0"/>
            <a:chExt cx="717271" cy="71727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27" name="Freeform 27"/>
          <p:cNvSpPr/>
          <p:nvPr/>
        </p:nvSpPr>
        <p:spPr>
          <a:xfrm>
            <a:off x="6886575" y="7181431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0" y="0"/>
                </a:moveTo>
                <a:lnTo>
                  <a:pt x="314325" y="0"/>
                </a:lnTo>
                <a:lnTo>
                  <a:pt x="314325" y="314325"/>
                </a:lnTo>
                <a:lnTo>
                  <a:pt x="0" y="3143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6772275" y="7910336"/>
            <a:ext cx="4069690" cy="537953"/>
            <a:chOff x="0" y="0"/>
            <a:chExt cx="5426253" cy="71727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6772275" y="7910336"/>
            <a:ext cx="537953" cy="537953"/>
            <a:chOff x="0" y="0"/>
            <a:chExt cx="717271" cy="71727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7620000" y="7996061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리뷰데이터 분석</a:t>
            </a:r>
          </a:p>
        </p:txBody>
      </p:sp>
      <p:sp>
        <p:nvSpPr>
          <p:cNvPr id="33" name="Freeform 33"/>
          <p:cNvSpPr/>
          <p:nvPr/>
        </p:nvSpPr>
        <p:spPr>
          <a:xfrm>
            <a:off x="6886575" y="8024636"/>
            <a:ext cx="286683" cy="305791"/>
          </a:xfrm>
          <a:custGeom>
            <a:avLst/>
            <a:gdLst/>
            <a:ahLst/>
            <a:cxnLst/>
            <a:rect l="l" t="t" r="r" b="b"/>
            <a:pathLst>
              <a:path w="286683" h="305791">
                <a:moveTo>
                  <a:pt x="0" y="0"/>
                </a:moveTo>
                <a:lnTo>
                  <a:pt x="286683" y="0"/>
                </a:lnTo>
                <a:lnTo>
                  <a:pt x="286683" y="305790"/>
                </a:lnTo>
                <a:lnTo>
                  <a:pt x="0" y="305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l="-99" r="-102"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6772275" y="4855474"/>
            <a:ext cx="4069690" cy="537953"/>
            <a:chOff x="0" y="0"/>
            <a:chExt cx="5426253" cy="7172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6772275" y="4855474"/>
            <a:ext cx="537953" cy="537953"/>
            <a:chOff x="0" y="0"/>
            <a:chExt cx="717271" cy="7172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7620000" y="4941199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사이트 구현</a:t>
            </a:r>
          </a:p>
        </p:txBody>
      </p:sp>
      <p:sp>
        <p:nvSpPr>
          <p:cNvPr id="39" name="Freeform 39"/>
          <p:cNvSpPr/>
          <p:nvPr/>
        </p:nvSpPr>
        <p:spPr>
          <a:xfrm>
            <a:off x="6886575" y="4969774"/>
            <a:ext cx="325298" cy="289941"/>
          </a:xfrm>
          <a:custGeom>
            <a:avLst/>
            <a:gdLst/>
            <a:ahLst/>
            <a:cxnLst/>
            <a:rect l="l" t="t" r="r" b="b"/>
            <a:pathLst>
              <a:path w="325298" h="289941">
                <a:moveTo>
                  <a:pt x="0" y="0"/>
                </a:moveTo>
                <a:lnTo>
                  <a:pt x="325298" y="0"/>
                </a:lnTo>
                <a:lnTo>
                  <a:pt x="325298" y="289941"/>
                </a:lnTo>
                <a:lnTo>
                  <a:pt x="0" y="2899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 l="-316" r="-316"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1430000" y="4855474"/>
            <a:ext cx="4069690" cy="537953"/>
            <a:chOff x="0" y="0"/>
            <a:chExt cx="5426253" cy="71727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1430000" y="4855474"/>
            <a:ext cx="537953" cy="537953"/>
            <a:chOff x="0" y="0"/>
            <a:chExt cx="717271" cy="71727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12277725" y="4941199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서비스 설계</a:t>
            </a:r>
          </a:p>
        </p:txBody>
      </p:sp>
      <p:sp>
        <p:nvSpPr>
          <p:cNvPr id="45" name="Freeform 45"/>
          <p:cNvSpPr/>
          <p:nvPr/>
        </p:nvSpPr>
        <p:spPr>
          <a:xfrm>
            <a:off x="11544300" y="4969774"/>
            <a:ext cx="329708" cy="302228"/>
          </a:xfrm>
          <a:custGeom>
            <a:avLst/>
            <a:gdLst/>
            <a:ahLst/>
            <a:cxnLst/>
            <a:rect l="l" t="t" r="r" b="b"/>
            <a:pathLst>
              <a:path w="329708" h="302228">
                <a:moveTo>
                  <a:pt x="0" y="0"/>
                </a:moveTo>
                <a:lnTo>
                  <a:pt x="329708" y="0"/>
                </a:lnTo>
                <a:lnTo>
                  <a:pt x="329708" y="302228"/>
                </a:lnTo>
                <a:lnTo>
                  <a:pt x="0" y="3022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 l="-130" r="-130"/>
            </a:stretch>
          </a:blipFill>
        </p:spPr>
      </p:sp>
      <p:grpSp>
        <p:nvGrpSpPr>
          <p:cNvPr id="46" name="Group 46"/>
          <p:cNvGrpSpPr/>
          <p:nvPr/>
        </p:nvGrpSpPr>
        <p:grpSpPr>
          <a:xfrm>
            <a:off x="6772275" y="6395828"/>
            <a:ext cx="4069690" cy="537953"/>
            <a:chOff x="0" y="0"/>
            <a:chExt cx="5426253" cy="71727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6772275" y="6395828"/>
            <a:ext cx="537953" cy="537953"/>
            <a:chOff x="0" y="0"/>
            <a:chExt cx="717271" cy="71727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7620000" y="6481553"/>
            <a:ext cx="261697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공고 데이터 전처리</a:t>
            </a:r>
          </a:p>
        </p:txBody>
      </p:sp>
      <p:sp>
        <p:nvSpPr>
          <p:cNvPr id="51" name="Freeform 51"/>
          <p:cNvSpPr/>
          <p:nvPr/>
        </p:nvSpPr>
        <p:spPr>
          <a:xfrm>
            <a:off x="6851094" y="6541818"/>
            <a:ext cx="360778" cy="225485"/>
          </a:xfrm>
          <a:custGeom>
            <a:avLst/>
            <a:gdLst/>
            <a:ahLst/>
            <a:cxnLst/>
            <a:rect l="l" t="t" r="r" b="b"/>
            <a:pathLst>
              <a:path w="360778" h="225485">
                <a:moveTo>
                  <a:pt x="0" y="0"/>
                </a:moveTo>
                <a:lnTo>
                  <a:pt x="360779" y="0"/>
                </a:lnTo>
                <a:lnTo>
                  <a:pt x="360779" y="225485"/>
                </a:lnTo>
                <a:lnTo>
                  <a:pt x="0" y="22548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 t="-528" b="-523"/>
            </a:stretch>
          </a:blipFill>
        </p:spPr>
      </p:sp>
      <p:grpSp>
        <p:nvGrpSpPr>
          <p:cNvPr id="52" name="Group 52"/>
          <p:cNvGrpSpPr/>
          <p:nvPr/>
        </p:nvGrpSpPr>
        <p:grpSpPr>
          <a:xfrm>
            <a:off x="6772275" y="5638800"/>
            <a:ext cx="4069690" cy="537953"/>
            <a:chOff x="0" y="0"/>
            <a:chExt cx="5426253" cy="71727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6772275" y="5638800"/>
            <a:ext cx="537953" cy="537953"/>
            <a:chOff x="0" y="0"/>
            <a:chExt cx="717271" cy="71727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7620000" y="5724525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외부 데이터 수집</a:t>
            </a:r>
          </a:p>
        </p:txBody>
      </p:sp>
      <p:sp>
        <p:nvSpPr>
          <p:cNvPr id="57" name="Freeform 57"/>
          <p:cNvSpPr/>
          <p:nvPr/>
        </p:nvSpPr>
        <p:spPr>
          <a:xfrm>
            <a:off x="6886575" y="5753100"/>
            <a:ext cx="342900" cy="328612"/>
          </a:xfrm>
          <a:custGeom>
            <a:avLst/>
            <a:gdLst/>
            <a:ahLst/>
            <a:cxnLst/>
            <a:rect l="l" t="t" r="r" b="b"/>
            <a:pathLst>
              <a:path w="342900" h="328612">
                <a:moveTo>
                  <a:pt x="0" y="0"/>
                </a:moveTo>
                <a:lnTo>
                  <a:pt x="342900" y="0"/>
                </a:lnTo>
                <a:lnTo>
                  <a:pt x="342900" y="328612"/>
                </a:lnTo>
                <a:lnTo>
                  <a:pt x="0" y="32861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 t="-724" b="-724"/>
            </a:stretch>
          </a:blipFill>
        </p:spPr>
      </p:sp>
      <p:grpSp>
        <p:nvGrpSpPr>
          <p:cNvPr id="58" name="Group 58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59" name="Freeform 59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r="-812" b="4"/>
              </a:stretch>
            </a:blipFill>
          </p:spPr>
        </p:sp>
      </p:grpSp>
      <p:sp>
        <p:nvSpPr>
          <p:cNvPr id="60" name="Freeform 60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61" name="Freeform 61"/>
          <p:cNvSpPr/>
          <p:nvPr/>
        </p:nvSpPr>
        <p:spPr>
          <a:xfrm rot="-434280">
            <a:off x="12873638" y="6828092"/>
            <a:ext cx="5565591" cy="2804227"/>
          </a:xfrm>
          <a:custGeom>
            <a:avLst/>
            <a:gdLst/>
            <a:ahLst/>
            <a:cxnLst/>
            <a:rect l="l" t="t" r="r" b="b"/>
            <a:pathLst>
              <a:path w="5565591" h="2804227">
                <a:moveTo>
                  <a:pt x="0" y="0"/>
                </a:moveTo>
                <a:lnTo>
                  <a:pt x="5565590" y="0"/>
                </a:lnTo>
                <a:lnTo>
                  <a:pt x="5565590" y="2804226"/>
                </a:lnTo>
                <a:lnTo>
                  <a:pt x="0" y="280422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 t="-42" b="-41"/>
            </a:stretch>
          </a:blipFill>
        </p:spPr>
      </p:sp>
      <p:grpSp>
        <p:nvGrpSpPr>
          <p:cNvPr id="62" name="Group 62"/>
          <p:cNvGrpSpPr/>
          <p:nvPr/>
        </p:nvGrpSpPr>
        <p:grpSpPr>
          <a:xfrm>
            <a:off x="15748483" y="7520683"/>
            <a:ext cx="2539517" cy="2059410"/>
            <a:chOff x="0" y="0"/>
            <a:chExt cx="3386023" cy="274588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386074" cy="2745867"/>
            </a:xfrm>
            <a:custGeom>
              <a:avLst/>
              <a:gdLst/>
              <a:ahLst/>
              <a:cxnLst/>
              <a:rect l="l" t="t" r="r" b="b"/>
              <a:pathLst>
                <a:path w="3386074" h="2745867">
                  <a:moveTo>
                    <a:pt x="3386074" y="2745867"/>
                  </a:moveTo>
                  <a:lnTo>
                    <a:pt x="3386074" y="0"/>
                  </a:lnTo>
                  <a:lnTo>
                    <a:pt x="0" y="2745867"/>
                  </a:lnTo>
                  <a:close/>
                </a:path>
              </a:pathLst>
            </a:custGeom>
            <a:solidFill>
              <a:srgbClr val="F2F2F2">
                <a:alpha val="33333"/>
              </a:srgbClr>
            </a:solidFill>
          </p:spPr>
        </p:sp>
      </p:grpSp>
      <p:sp>
        <p:nvSpPr>
          <p:cNvPr id="64" name="Freeform 64"/>
          <p:cNvSpPr/>
          <p:nvPr/>
        </p:nvSpPr>
        <p:spPr>
          <a:xfrm rot="2700000">
            <a:off x="17749561" y="7593740"/>
            <a:ext cx="231019" cy="231019"/>
          </a:xfrm>
          <a:custGeom>
            <a:avLst/>
            <a:gdLst/>
            <a:ahLst/>
            <a:cxnLst/>
            <a:rect l="l" t="t" r="r" b="b"/>
            <a:pathLst>
              <a:path w="231019" h="231019">
                <a:moveTo>
                  <a:pt x="0" y="0"/>
                </a:moveTo>
                <a:lnTo>
                  <a:pt x="231020" y="0"/>
                </a:lnTo>
                <a:lnTo>
                  <a:pt x="231020" y="231019"/>
                </a:lnTo>
                <a:lnTo>
                  <a:pt x="0" y="23101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65" name="Group 65"/>
          <p:cNvGrpSpPr/>
          <p:nvPr/>
        </p:nvGrpSpPr>
        <p:grpSpPr>
          <a:xfrm>
            <a:off x="11430000" y="7910336"/>
            <a:ext cx="4069690" cy="537953"/>
            <a:chOff x="0" y="0"/>
            <a:chExt cx="5426253" cy="717271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1430000" y="7910336"/>
            <a:ext cx="537953" cy="537953"/>
            <a:chOff x="0" y="0"/>
            <a:chExt cx="717271" cy="71727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69" name="TextBox 69"/>
          <p:cNvSpPr txBox="1"/>
          <p:nvPr/>
        </p:nvSpPr>
        <p:spPr>
          <a:xfrm>
            <a:off x="12277725" y="7996061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머신러닝</a:t>
            </a:r>
          </a:p>
        </p:txBody>
      </p:sp>
      <p:sp>
        <p:nvSpPr>
          <p:cNvPr id="70" name="Freeform 70"/>
          <p:cNvSpPr/>
          <p:nvPr/>
        </p:nvSpPr>
        <p:spPr>
          <a:xfrm>
            <a:off x="11544300" y="8024636"/>
            <a:ext cx="286683" cy="305791"/>
          </a:xfrm>
          <a:custGeom>
            <a:avLst/>
            <a:gdLst/>
            <a:ahLst/>
            <a:cxnLst/>
            <a:rect l="l" t="t" r="r" b="b"/>
            <a:pathLst>
              <a:path w="286683" h="305791">
                <a:moveTo>
                  <a:pt x="0" y="0"/>
                </a:moveTo>
                <a:lnTo>
                  <a:pt x="286683" y="0"/>
                </a:lnTo>
                <a:lnTo>
                  <a:pt x="286683" y="305790"/>
                </a:lnTo>
                <a:lnTo>
                  <a:pt x="0" y="305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l="-99" r="-102"/>
            </a:stretch>
          </a:blipFill>
        </p:spPr>
      </p:sp>
      <p:grpSp>
        <p:nvGrpSpPr>
          <p:cNvPr id="71" name="Group 71"/>
          <p:cNvGrpSpPr/>
          <p:nvPr/>
        </p:nvGrpSpPr>
        <p:grpSpPr>
          <a:xfrm>
            <a:off x="11430000" y="5638800"/>
            <a:ext cx="4069690" cy="537953"/>
            <a:chOff x="0" y="0"/>
            <a:chExt cx="5426253" cy="717271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11430000" y="5638800"/>
            <a:ext cx="537953" cy="537953"/>
            <a:chOff x="0" y="0"/>
            <a:chExt cx="717271" cy="71727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75" name="TextBox 75"/>
          <p:cNvSpPr txBox="1"/>
          <p:nvPr/>
        </p:nvSpPr>
        <p:spPr>
          <a:xfrm>
            <a:off x="12277725" y="5724525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채용공고 분석</a:t>
            </a:r>
          </a:p>
        </p:txBody>
      </p:sp>
      <p:sp>
        <p:nvSpPr>
          <p:cNvPr id="76" name="Freeform 76"/>
          <p:cNvSpPr/>
          <p:nvPr/>
        </p:nvSpPr>
        <p:spPr>
          <a:xfrm>
            <a:off x="11544300" y="5753100"/>
            <a:ext cx="342900" cy="328612"/>
          </a:xfrm>
          <a:custGeom>
            <a:avLst/>
            <a:gdLst/>
            <a:ahLst/>
            <a:cxnLst/>
            <a:rect l="l" t="t" r="r" b="b"/>
            <a:pathLst>
              <a:path w="342900" h="328612">
                <a:moveTo>
                  <a:pt x="0" y="0"/>
                </a:moveTo>
                <a:lnTo>
                  <a:pt x="342900" y="0"/>
                </a:lnTo>
                <a:lnTo>
                  <a:pt x="342900" y="328612"/>
                </a:lnTo>
                <a:lnTo>
                  <a:pt x="0" y="32861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 t="-724" b="-724"/>
            </a:stretch>
          </a:blipFill>
        </p:spPr>
      </p:sp>
      <p:grpSp>
        <p:nvGrpSpPr>
          <p:cNvPr id="77" name="Group 77"/>
          <p:cNvGrpSpPr/>
          <p:nvPr/>
        </p:nvGrpSpPr>
        <p:grpSpPr>
          <a:xfrm>
            <a:off x="11430000" y="6364976"/>
            <a:ext cx="4069690" cy="537953"/>
            <a:chOff x="0" y="0"/>
            <a:chExt cx="5426253" cy="71727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79" name="Group 79"/>
          <p:cNvGrpSpPr/>
          <p:nvPr/>
        </p:nvGrpSpPr>
        <p:grpSpPr>
          <a:xfrm>
            <a:off x="11430000" y="6364976"/>
            <a:ext cx="537953" cy="537953"/>
            <a:chOff x="0" y="0"/>
            <a:chExt cx="717271" cy="717271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81" name="TextBox 81"/>
          <p:cNvSpPr txBox="1"/>
          <p:nvPr/>
        </p:nvSpPr>
        <p:spPr>
          <a:xfrm>
            <a:off x="12277725" y="6450701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채용공고 분석</a:t>
            </a:r>
          </a:p>
        </p:txBody>
      </p:sp>
      <p:sp>
        <p:nvSpPr>
          <p:cNvPr id="82" name="Freeform 82"/>
          <p:cNvSpPr/>
          <p:nvPr/>
        </p:nvSpPr>
        <p:spPr>
          <a:xfrm>
            <a:off x="11544300" y="6479276"/>
            <a:ext cx="342900" cy="328612"/>
          </a:xfrm>
          <a:custGeom>
            <a:avLst/>
            <a:gdLst/>
            <a:ahLst/>
            <a:cxnLst/>
            <a:rect l="l" t="t" r="r" b="b"/>
            <a:pathLst>
              <a:path w="342900" h="328612">
                <a:moveTo>
                  <a:pt x="0" y="0"/>
                </a:moveTo>
                <a:lnTo>
                  <a:pt x="342900" y="0"/>
                </a:lnTo>
                <a:lnTo>
                  <a:pt x="342900" y="328613"/>
                </a:lnTo>
                <a:lnTo>
                  <a:pt x="0" y="32861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 t="-724" b="-724"/>
            </a:stretch>
          </a:blipFill>
        </p:spPr>
      </p:sp>
      <p:grpSp>
        <p:nvGrpSpPr>
          <p:cNvPr id="83" name="Group 83"/>
          <p:cNvGrpSpPr/>
          <p:nvPr/>
        </p:nvGrpSpPr>
        <p:grpSpPr>
          <a:xfrm>
            <a:off x="11430000" y="7014986"/>
            <a:ext cx="4069690" cy="537953"/>
            <a:chOff x="0" y="0"/>
            <a:chExt cx="5426253" cy="717271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11430000" y="7014986"/>
            <a:ext cx="537953" cy="537953"/>
            <a:chOff x="0" y="0"/>
            <a:chExt cx="717271" cy="71727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87" name="TextBox 87"/>
          <p:cNvSpPr txBox="1"/>
          <p:nvPr/>
        </p:nvSpPr>
        <p:spPr>
          <a:xfrm>
            <a:off x="12277725" y="7100711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사이트 구현</a:t>
            </a:r>
          </a:p>
        </p:txBody>
      </p:sp>
      <p:sp>
        <p:nvSpPr>
          <p:cNvPr id="88" name="Freeform 88"/>
          <p:cNvSpPr/>
          <p:nvPr/>
        </p:nvSpPr>
        <p:spPr>
          <a:xfrm>
            <a:off x="11544300" y="7129286"/>
            <a:ext cx="342900" cy="328612"/>
          </a:xfrm>
          <a:custGeom>
            <a:avLst/>
            <a:gdLst/>
            <a:ahLst/>
            <a:cxnLst/>
            <a:rect l="l" t="t" r="r" b="b"/>
            <a:pathLst>
              <a:path w="342900" h="328612">
                <a:moveTo>
                  <a:pt x="0" y="0"/>
                </a:moveTo>
                <a:lnTo>
                  <a:pt x="342900" y="0"/>
                </a:lnTo>
                <a:lnTo>
                  <a:pt x="342900" y="328612"/>
                </a:lnTo>
                <a:lnTo>
                  <a:pt x="0" y="32861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 t="-724" b="-724"/>
            </a:stretch>
          </a:blipFill>
        </p:spPr>
      </p:sp>
      <p:sp>
        <p:nvSpPr>
          <p:cNvPr id="89" name="TextBox 89"/>
          <p:cNvSpPr txBox="1"/>
          <p:nvPr/>
        </p:nvSpPr>
        <p:spPr>
          <a:xfrm>
            <a:off x="7620000" y="7143783"/>
            <a:ext cx="2616975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리뷰 데이터 전처리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6772275" y="8550388"/>
            <a:ext cx="4069690" cy="537953"/>
            <a:chOff x="0" y="0"/>
            <a:chExt cx="5426253" cy="717271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92" name="Group 92"/>
          <p:cNvGrpSpPr/>
          <p:nvPr/>
        </p:nvGrpSpPr>
        <p:grpSpPr>
          <a:xfrm>
            <a:off x="6772275" y="8550388"/>
            <a:ext cx="537953" cy="537953"/>
            <a:chOff x="0" y="0"/>
            <a:chExt cx="717271" cy="717271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94" name="TextBox 94"/>
          <p:cNvSpPr txBox="1"/>
          <p:nvPr/>
        </p:nvSpPr>
        <p:spPr>
          <a:xfrm>
            <a:off x="7620000" y="8636113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리뷰데이터 분석</a:t>
            </a:r>
          </a:p>
        </p:txBody>
      </p:sp>
      <p:sp>
        <p:nvSpPr>
          <p:cNvPr id="95" name="Freeform 95"/>
          <p:cNvSpPr/>
          <p:nvPr/>
        </p:nvSpPr>
        <p:spPr>
          <a:xfrm>
            <a:off x="6886575" y="8664688"/>
            <a:ext cx="286683" cy="305791"/>
          </a:xfrm>
          <a:custGeom>
            <a:avLst/>
            <a:gdLst/>
            <a:ahLst/>
            <a:cxnLst/>
            <a:rect l="l" t="t" r="r" b="b"/>
            <a:pathLst>
              <a:path w="286683" h="305791">
                <a:moveTo>
                  <a:pt x="0" y="0"/>
                </a:moveTo>
                <a:lnTo>
                  <a:pt x="286683" y="0"/>
                </a:lnTo>
                <a:lnTo>
                  <a:pt x="286683" y="305790"/>
                </a:lnTo>
                <a:lnTo>
                  <a:pt x="0" y="305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l="-99" r="-102"/>
            </a:stretch>
          </a:blipFill>
        </p:spPr>
      </p:sp>
      <p:grpSp>
        <p:nvGrpSpPr>
          <p:cNvPr id="96" name="Group 96"/>
          <p:cNvGrpSpPr/>
          <p:nvPr/>
        </p:nvGrpSpPr>
        <p:grpSpPr>
          <a:xfrm>
            <a:off x="11430000" y="8550388"/>
            <a:ext cx="4069690" cy="537953"/>
            <a:chOff x="0" y="0"/>
            <a:chExt cx="5426253" cy="717271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5426329" cy="717296"/>
            </a:xfrm>
            <a:custGeom>
              <a:avLst/>
              <a:gdLst/>
              <a:ahLst/>
              <a:cxnLst/>
              <a:rect l="l" t="t" r="r" b="b"/>
              <a:pathLst>
                <a:path w="5426329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lnTo>
                    <a:pt x="5067681" y="0"/>
                  </a:lnTo>
                  <a:cubicBezTo>
                    <a:pt x="5265801" y="0"/>
                    <a:pt x="5426329" y="160528"/>
                    <a:pt x="5426329" y="358648"/>
                  </a:cubicBezTo>
                  <a:cubicBezTo>
                    <a:pt x="5426329" y="556768"/>
                    <a:pt x="5265801" y="717296"/>
                    <a:pt x="5067681" y="717296"/>
                  </a:cubicBezTo>
                  <a:lnTo>
                    <a:pt x="358648" y="717296"/>
                  </a:lnTo>
                  <a:cubicBezTo>
                    <a:pt x="160528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1430000" y="8550388"/>
            <a:ext cx="537953" cy="537953"/>
            <a:chOff x="0" y="0"/>
            <a:chExt cx="717271" cy="717271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00" name="TextBox 100"/>
          <p:cNvSpPr txBox="1"/>
          <p:nvPr/>
        </p:nvSpPr>
        <p:spPr>
          <a:xfrm>
            <a:off x="12277725" y="8636113"/>
            <a:ext cx="2616975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 u="none" strike="noStrike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머신러닝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11544300" y="8664688"/>
            <a:ext cx="286683" cy="305791"/>
          </a:xfrm>
          <a:custGeom>
            <a:avLst/>
            <a:gdLst/>
            <a:ahLst/>
            <a:cxnLst/>
            <a:rect l="l" t="t" r="r" b="b"/>
            <a:pathLst>
              <a:path w="286683" h="305791">
                <a:moveTo>
                  <a:pt x="0" y="0"/>
                </a:moveTo>
                <a:lnTo>
                  <a:pt x="286683" y="0"/>
                </a:lnTo>
                <a:lnTo>
                  <a:pt x="286683" y="305790"/>
                </a:lnTo>
                <a:lnTo>
                  <a:pt x="0" y="305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l="-99" r="-102"/>
            </a:stretch>
          </a:blipFill>
        </p:spPr>
      </p:sp>
      <p:grpSp>
        <p:nvGrpSpPr>
          <p:cNvPr id="102" name="Group 102"/>
          <p:cNvGrpSpPr/>
          <p:nvPr/>
        </p:nvGrpSpPr>
        <p:grpSpPr>
          <a:xfrm>
            <a:off x="6772275" y="9316941"/>
            <a:ext cx="5505450" cy="537953"/>
            <a:chOff x="0" y="0"/>
            <a:chExt cx="7340600" cy="717271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7340676" cy="717296"/>
            </a:xfrm>
            <a:custGeom>
              <a:avLst/>
              <a:gdLst/>
              <a:ahLst/>
              <a:cxnLst/>
              <a:rect l="l" t="t" r="r" b="b"/>
              <a:pathLst>
                <a:path w="7340676" h="717296">
                  <a:moveTo>
                    <a:pt x="0" y="358648"/>
                  </a:moveTo>
                  <a:cubicBezTo>
                    <a:pt x="0" y="160528"/>
                    <a:pt x="217161" y="0"/>
                    <a:pt x="485177" y="0"/>
                  </a:cubicBezTo>
                  <a:lnTo>
                    <a:pt x="6855527" y="0"/>
                  </a:lnTo>
                  <a:cubicBezTo>
                    <a:pt x="7123542" y="0"/>
                    <a:pt x="7340676" y="160528"/>
                    <a:pt x="7340676" y="358648"/>
                  </a:cubicBezTo>
                  <a:cubicBezTo>
                    <a:pt x="7340676" y="556768"/>
                    <a:pt x="7123542" y="717296"/>
                    <a:pt x="6855527" y="717296"/>
                  </a:cubicBezTo>
                  <a:lnTo>
                    <a:pt x="485177" y="717296"/>
                  </a:lnTo>
                  <a:cubicBezTo>
                    <a:pt x="217161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6772275" y="9316941"/>
            <a:ext cx="537953" cy="537953"/>
            <a:chOff x="0" y="0"/>
            <a:chExt cx="717271" cy="717271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717296" cy="717296"/>
            </a:xfrm>
            <a:custGeom>
              <a:avLst/>
              <a:gdLst/>
              <a:ahLst/>
              <a:cxnLst/>
              <a:rect l="l" t="t" r="r" b="b"/>
              <a:pathLst>
                <a:path w="717296" h="717296">
                  <a:moveTo>
                    <a:pt x="0" y="358648"/>
                  </a:moveTo>
                  <a:cubicBezTo>
                    <a:pt x="0" y="160528"/>
                    <a:pt x="160528" y="0"/>
                    <a:pt x="358648" y="0"/>
                  </a:cubicBezTo>
                  <a:cubicBezTo>
                    <a:pt x="556768" y="0"/>
                    <a:pt x="717296" y="160528"/>
                    <a:pt x="717296" y="358648"/>
                  </a:cubicBezTo>
                  <a:cubicBezTo>
                    <a:pt x="717296" y="556768"/>
                    <a:pt x="556641" y="717296"/>
                    <a:pt x="358648" y="717296"/>
                  </a:cubicBezTo>
                  <a:cubicBezTo>
                    <a:pt x="160655" y="717296"/>
                    <a:pt x="0" y="556641"/>
                    <a:pt x="0" y="358648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06" name="TextBox 106"/>
          <p:cNvSpPr txBox="1"/>
          <p:nvPr/>
        </p:nvSpPr>
        <p:spPr>
          <a:xfrm>
            <a:off x="7620000" y="9402666"/>
            <a:ext cx="4267200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진행 상황 점검 및 프로젝트 피드백</a:t>
            </a:r>
          </a:p>
        </p:txBody>
      </p:sp>
      <p:sp>
        <p:nvSpPr>
          <p:cNvPr id="107" name="Freeform 107"/>
          <p:cNvSpPr/>
          <p:nvPr/>
        </p:nvSpPr>
        <p:spPr>
          <a:xfrm>
            <a:off x="6886575" y="9431241"/>
            <a:ext cx="286683" cy="305791"/>
          </a:xfrm>
          <a:custGeom>
            <a:avLst/>
            <a:gdLst/>
            <a:ahLst/>
            <a:cxnLst/>
            <a:rect l="l" t="t" r="r" b="b"/>
            <a:pathLst>
              <a:path w="286683" h="305791">
                <a:moveTo>
                  <a:pt x="0" y="0"/>
                </a:moveTo>
                <a:lnTo>
                  <a:pt x="286683" y="0"/>
                </a:lnTo>
                <a:lnTo>
                  <a:pt x="286683" y="305790"/>
                </a:lnTo>
                <a:lnTo>
                  <a:pt x="0" y="3057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 l="-99" r="-102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>
            <a:off x="-105889" y="8615953"/>
            <a:ext cx="1776936" cy="1565148"/>
          </a:xfrm>
          <a:custGeom>
            <a:avLst/>
            <a:gdLst/>
            <a:ahLst/>
            <a:cxnLst/>
            <a:rect l="l" t="t" r="r" b="b"/>
            <a:pathLst>
              <a:path w="1776936" h="1565148">
                <a:moveTo>
                  <a:pt x="1776936" y="0"/>
                </a:moveTo>
                <a:lnTo>
                  <a:pt x="0" y="0"/>
                </a:lnTo>
                <a:lnTo>
                  <a:pt x="0" y="1565148"/>
                </a:lnTo>
                <a:lnTo>
                  <a:pt x="1776936" y="1565148"/>
                </a:lnTo>
                <a:lnTo>
                  <a:pt x="177693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t="-4588" r="-56573" b="-538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3075339" y="4454700"/>
            <a:ext cx="6792097" cy="3633235"/>
          </a:xfrm>
          <a:custGeom>
            <a:avLst/>
            <a:gdLst/>
            <a:ahLst/>
            <a:cxnLst/>
            <a:rect l="l" t="t" r="r" b="b"/>
            <a:pathLst>
              <a:path w="6792097" h="3633235">
                <a:moveTo>
                  <a:pt x="0" y="0"/>
                </a:moveTo>
                <a:lnTo>
                  <a:pt x="6792097" y="0"/>
                </a:lnTo>
                <a:lnTo>
                  <a:pt x="6792097" y="3633235"/>
                </a:lnTo>
                <a:lnTo>
                  <a:pt x="0" y="36332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r="-19268" b="-57698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절차 및 방법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11" name="Freeform 11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8">
                <a:alphaModFix amt="27000"/>
              </a:blip>
              <a:stretch>
                <a:fillRect b="-27287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프로젝트의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사전 기획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과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및 완료 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과정으로 나누어서 작성한다.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4" name="Freeform 14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16" name="Freeform 16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812" b="4"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t="-898" b="-893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1804035" y="3225641"/>
          <a:ext cx="15182850" cy="6691575"/>
        </p:xfrm>
        <a:graphic>
          <a:graphicData uri="http://schemas.openxmlformats.org/drawingml/2006/table">
            <a:tbl>
              <a:tblPr/>
              <a:tblGrid>
                <a:gridCol w="1723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1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0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376"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구분</a:t>
                      </a:r>
                      <a:endParaRPr lang="en-US" sz="1100"/>
                    </a:p>
                  </a:txBody>
                  <a:tcPr marL="90138" marR="90138" marT="90138" marB="9013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8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주차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8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기간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8C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핵심 작업</a:t>
                      </a:r>
                      <a:endParaRPr lang="en-US" sz="1100"/>
                    </a:p>
                  </a:txBody>
                  <a:tcPr marL="90138" marR="90138" marT="90138" marB="9013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7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5735"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사전 기획</a:t>
                      </a:r>
                      <a:endParaRPr lang="en-US" sz="1100"/>
                    </a:p>
                  </a:txBody>
                  <a:tcPr marL="90138" marR="90138" marT="90138" marB="9013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1주차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4/14 ~ 4/20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① 주제 선정 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② 프로젝트 기획</a:t>
                      </a:r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0824"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 수집</a:t>
                      </a:r>
                      <a:endParaRPr lang="en-US" sz="1100"/>
                    </a:p>
                  </a:txBody>
                  <a:tcPr marL="90138" marR="90138" marT="90138" marB="9013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2주차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4/21 ~ 4/27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① 사람인·잡코리아 공고 크롤링 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② 잡플래닛 기업 리뷰 크롤링 </a:t>
                      </a:r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③ NCS, 임금직업포털, 통계 정보 수집</a:t>
                      </a:r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5992"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데이터 전처리</a:t>
                      </a:r>
                      <a:endParaRPr lang="en-US" sz="1100"/>
                    </a:p>
                  </a:txBody>
                  <a:tcPr marL="90138" marR="90138" marT="90138" marB="9013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3주차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4/28 ~ 5/4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① 리뷰, 공고 텍스트 전처리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② 최종 테이블 완성</a:t>
                      </a:r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③ 머신러닝 기획 및 서비스 구체화</a:t>
                      </a:r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0824"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모델링</a:t>
                      </a:r>
                      <a:endParaRPr lang="en-US" sz="1100"/>
                    </a:p>
                  </a:txBody>
                  <a:tcPr marL="90138" marR="90138" marT="90138" marB="9013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4주차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5/5 ~ 5/12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① 시각화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② 머신러닝 구성</a:t>
                      </a:r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③ 검증용 파일 작업 및 추가 보충 작업</a:t>
                      </a:r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0824">
                <a:tc>
                  <a:txBody>
                    <a:bodyPr/>
                    <a:lstStyle/>
                    <a:p>
                      <a:pPr algn="ctr">
                        <a:lnSpc>
                          <a:spcPts val="288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3B3838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서비스 구현</a:t>
                      </a:r>
                      <a:endParaRPr lang="en-US" sz="1100"/>
                    </a:p>
                  </a:txBody>
                  <a:tcPr marL="90138" marR="90138" marT="90138" marB="90138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5주차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5/13 ~ 5/21</a:t>
                      </a:r>
                      <a:endParaRPr lang="en-US" sz="1100"/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① 모델 성능 개선 </a:t>
                      </a:r>
                      <a:endParaRPr lang="en-US" sz="1100"/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② 서비스 구현</a:t>
                      </a:r>
                    </a:p>
                    <a:p>
                      <a:pPr algn="l">
                        <a:lnSpc>
                          <a:spcPts val="2400"/>
                        </a:lnSpc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③ ppt 발표 자료 완성 + 최종 점검</a:t>
                      </a:r>
                    </a:p>
                  </a:txBody>
                  <a:tcPr marL="90138" marR="90138" marT="90138" marB="90138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83889" y="7043176"/>
            <a:ext cx="6904111" cy="3243824"/>
          </a:xfrm>
          <a:custGeom>
            <a:avLst/>
            <a:gdLst/>
            <a:ahLst/>
            <a:cxnLst/>
            <a:rect l="l" t="t" r="r" b="b"/>
            <a:pathLst>
              <a:path w="6904111" h="3243824">
                <a:moveTo>
                  <a:pt x="0" y="0"/>
                </a:moveTo>
                <a:lnTo>
                  <a:pt x="6904111" y="0"/>
                </a:lnTo>
                <a:lnTo>
                  <a:pt x="6904111" y="3243824"/>
                </a:lnTo>
                <a:lnTo>
                  <a:pt x="0" y="32438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5349" b="-1319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id="9" name="Group 9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10" name="Freeform 10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6">
                <a:alphaModFix amt="27000"/>
              </a:blip>
              <a:stretch>
                <a:fillRect b="-27287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4472C4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결과물이 도출된 과정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을 세부적으로 작성한다.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3" name="Freeform 13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773068" y="3146384"/>
            <a:ext cx="16827398" cy="568366"/>
            <a:chOff x="0" y="0"/>
            <a:chExt cx="22436531" cy="7578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436581" cy="757936"/>
            </a:xfrm>
            <a:custGeom>
              <a:avLst/>
              <a:gdLst/>
              <a:ahLst/>
              <a:cxnLst/>
              <a:rect l="l" t="t" r="r" b="b"/>
              <a:pathLst>
                <a:path w="22436581" h="757936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22310217" y="0"/>
                  </a:lnTo>
                  <a:cubicBezTo>
                    <a:pt x="22379939" y="0"/>
                    <a:pt x="22436581" y="56515"/>
                    <a:pt x="22436581" y="126365"/>
                  </a:cubicBezTo>
                  <a:lnTo>
                    <a:pt x="22436581" y="631571"/>
                  </a:lnTo>
                  <a:cubicBezTo>
                    <a:pt x="22436581" y="701294"/>
                    <a:pt x="22380067" y="757936"/>
                    <a:pt x="22310217" y="757936"/>
                  </a:cubicBezTo>
                  <a:lnTo>
                    <a:pt x="126365" y="757936"/>
                  </a:lnTo>
                  <a:cubicBezTo>
                    <a:pt x="56515" y="757809"/>
                    <a:pt x="0" y="701294"/>
                    <a:pt x="0" y="631571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645644" y="3240386"/>
            <a:ext cx="16151704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이어지는 예시는 하나의 사례 제공을 위해서 간단하게 제시한 것이므로 </a:t>
            </a:r>
            <a:r>
              <a:rPr lang="en-US" sz="2100" b="1">
                <a:solidFill>
                  <a:srgbClr val="FFD85C"/>
                </a:solidFill>
                <a:latin typeface="Arimo Bold"/>
                <a:ea typeface="Arimo Bold"/>
                <a:cs typeface="Arimo Bold"/>
                <a:sym typeface="Arimo Bold"/>
              </a:rPr>
              <a:t>프로젝트 성격에 따라 보다 자세하게 작성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3836" y="3238671"/>
            <a:ext cx="350377" cy="350377"/>
            <a:chOff x="0" y="0"/>
            <a:chExt cx="467169" cy="4671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67106" cy="467106"/>
            </a:xfrm>
            <a:custGeom>
              <a:avLst/>
              <a:gdLst/>
              <a:ahLst/>
              <a:cxnLst/>
              <a:rect l="l" t="t" r="r" b="b"/>
              <a:pathLst>
                <a:path w="467106" h="467106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cubicBezTo>
                    <a:pt x="362585" y="0"/>
                    <a:pt x="467106" y="104521"/>
                    <a:pt x="467106" y="233553"/>
                  </a:cubicBezTo>
                  <a:cubicBezTo>
                    <a:pt x="467106" y="362585"/>
                    <a:pt x="362585" y="467106"/>
                    <a:pt x="233553" y="467106"/>
                  </a:cubicBezTo>
                  <a:cubicBezTo>
                    <a:pt x="104521" y="467106"/>
                    <a:pt x="0" y="362585"/>
                    <a:pt x="0" y="2335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99172" y="3236347"/>
            <a:ext cx="167164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!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341437" y="4519508"/>
            <a:ext cx="459962" cy="4264924"/>
            <a:chOff x="0" y="0"/>
            <a:chExt cx="613283" cy="5686565"/>
          </a:xfrm>
        </p:grpSpPr>
        <p:sp>
          <p:nvSpPr>
            <p:cNvPr id="25" name="Freeform 25"/>
            <p:cNvSpPr/>
            <p:nvPr/>
          </p:nvSpPr>
          <p:spPr>
            <a:xfrm>
              <a:off x="28405" y="0"/>
              <a:ext cx="585005" cy="5686552"/>
            </a:xfrm>
            <a:custGeom>
              <a:avLst/>
              <a:gdLst/>
              <a:ahLst/>
              <a:cxnLst/>
              <a:rect l="l" t="t" r="r" b="b"/>
              <a:pathLst>
                <a:path w="585005" h="5686552">
                  <a:moveTo>
                    <a:pt x="438955" y="5663438"/>
                  </a:moveTo>
                  <a:cubicBezTo>
                    <a:pt x="417619" y="5655437"/>
                    <a:pt x="397680" y="5645404"/>
                    <a:pt x="379265" y="5633847"/>
                  </a:cubicBezTo>
                  <a:cubicBezTo>
                    <a:pt x="371899" y="5629148"/>
                    <a:pt x="369613" y="5619369"/>
                    <a:pt x="374312" y="5611876"/>
                  </a:cubicBezTo>
                  <a:cubicBezTo>
                    <a:pt x="379011" y="5604383"/>
                    <a:pt x="388790" y="5602224"/>
                    <a:pt x="396283" y="5606923"/>
                  </a:cubicBezTo>
                  <a:cubicBezTo>
                    <a:pt x="412793" y="5617337"/>
                    <a:pt x="430827" y="5626354"/>
                    <a:pt x="450131" y="5633593"/>
                  </a:cubicBezTo>
                  <a:cubicBezTo>
                    <a:pt x="458386" y="5636641"/>
                    <a:pt x="462450" y="5645785"/>
                    <a:pt x="459402" y="5654040"/>
                  </a:cubicBezTo>
                  <a:cubicBezTo>
                    <a:pt x="456354" y="5662295"/>
                    <a:pt x="447210" y="5666359"/>
                    <a:pt x="438955" y="5663311"/>
                  </a:cubicBezTo>
                  <a:close/>
                  <a:moveTo>
                    <a:pt x="327195" y="5591556"/>
                  </a:moveTo>
                  <a:cubicBezTo>
                    <a:pt x="311193" y="5575046"/>
                    <a:pt x="297604" y="5556758"/>
                    <a:pt x="287190" y="5536946"/>
                  </a:cubicBezTo>
                  <a:cubicBezTo>
                    <a:pt x="283126" y="5529199"/>
                    <a:pt x="286047" y="5519547"/>
                    <a:pt x="293794" y="5515483"/>
                  </a:cubicBezTo>
                  <a:cubicBezTo>
                    <a:pt x="301541" y="5511419"/>
                    <a:pt x="311193" y="5514340"/>
                    <a:pt x="315257" y="5522087"/>
                  </a:cubicBezTo>
                  <a:cubicBezTo>
                    <a:pt x="324274" y="5538978"/>
                    <a:pt x="335958" y="5554853"/>
                    <a:pt x="350055" y="5569458"/>
                  </a:cubicBezTo>
                  <a:cubicBezTo>
                    <a:pt x="356151" y="5575808"/>
                    <a:pt x="356024" y="5585841"/>
                    <a:pt x="349674" y="5591937"/>
                  </a:cubicBezTo>
                  <a:cubicBezTo>
                    <a:pt x="343324" y="5598033"/>
                    <a:pt x="333291" y="5597906"/>
                    <a:pt x="327195" y="5591556"/>
                  </a:cubicBezTo>
                  <a:close/>
                  <a:moveTo>
                    <a:pt x="265092" y="5472303"/>
                  </a:moveTo>
                  <a:cubicBezTo>
                    <a:pt x="263314" y="5461635"/>
                    <a:pt x="262425" y="5450713"/>
                    <a:pt x="262425" y="5439537"/>
                  </a:cubicBezTo>
                  <a:lnTo>
                    <a:pt x="278300" y="5439537"/>
                  </a:lnTo>
                  <a:lnTo>
                    <a:pt x="262425" y="5439537"/>
                  </a:lnTo>
                  <a:lnTo>
                    <a:pt x="262425" y="5406390"/>
                  </a:lnTo>
                  <a:cubicBezTo>
                    <a:pt x="262425" y="5397627"/>
                    <a:pt x="269537" y="5390515"/>
                    <a:pt x="278300" y="5390515"/>
                  </a:cubicBezTo>
                  <a:cubicBezTo>
                    <a:pt x="287063" y="5390515"/>
                    <a:pt x="294175" y="5397627"/>
                    <a:pt x="294175" y="5406390"/>
                  </a:cubicBezTo>
                  <a:lnTo>
                    <a:pt x="294175" y="5439664"/>
                  </a:lnTo>
                  <a:cubicBezTo>
                    <a:pt x="294175" y="5449062"/>
                    <a:pt x="294937" y="5458206"/>
                    <a:pt x="296461" y="5467223"/>
                  </a:cubicBezTo>
                  <a:cubicBezTo>
                    <a:pt x="297858" y="5475859"/>
                    <a:pt x="292016" y="5483987"/>
                    <a:pt x="283380" y="5485511"/>
                  </a:cubicBezTo>
                  <a:cubicBezTo>
                    <a:pt x="274744" y="5487035"/>
                    <a:pt x="266616" y="5481066"/>
                    <a:pt x="265092" y="5472430"/>
                  </a:cubicBezTo>
                  <a:close/>
                  <a:moveTo>
                    <a:pt x="262425" y="5342890"/>
                  </a:moveTo>
                  <a:lnTo>
                    <a:pt x="262425" y="5279390"/>
                  </a:lnTo>
                  <a:cubicBezTo>
                    <a:pt x="262425" y="5270627"/>
                    <a:pt x="269537" y="5263515"/>
                    <a:pt x="278300" y="5263515"/>
                  </a:cubicBezTo>
                  <a:cubicBezTo>
                    <a:pt x="287063" y="5263515"/>
                    <a:pt x="294175" y="5270627"/>
                    <a:pt x="294175" y="5279390"/>
                  </a:cubicBezTo>
                  <a:lnTo>
                    <a:pt x="294175" y="5342890"/>
                  </a:lnTo>
                  <a:cubicBezTo>
                    <a:pt x="294175" y="5351653"/>
                    <a:pt x="287063" y="5358765"/>
                    <a:pt x="278300" y="5358765"/>
                  </a:cubicBezTo>
                  <a:cubicBezTo>
                    <a:pt x="269537" y="5358765"/>
                    <a:pt x="262425" y="5351653"/>
                    <a:pt x="262425" y="5342890"/>
                  </a:cubicBezTo>
                  <a:close/>
                  <a:moveTo>
                    <a:pt x="262425" y="5215890"/>
                  </a:moveTo>
                  <a:lnTo>
                    <a:pt x="262425" y="5152390"/>
                  </a:lnTo>
                  <a:cubicBezTo>
                    <a:pt x="262425" y="5143627"/>
                    <a:pt x="269537" y="5136515"/>
                    <a:pt x="278300" y="5136515"/>
                  </a:cubicBezTo>
                  <a:cubicBezTo>
                    <a:pt x="287063" y="5136515"/>
                    <a:pt x="294175" y="5143627"/>
                    <a:pt x="294175" y="5152390"/>
                  </a:cubicBezTo>
                  <a:lnTo>
                    <a:pt x="294175" y="5215890"/>
                  </a:lnTo>
                  <a:cubicBezTo>
                    <a:pt x="294175" y="5224653"/>
                    <a:pt x="287063" y="5231765"/>
                    <a:pt x="278300" y="5231765"/>
                  </a:cubicBezTo>
                  <a:cubicBezTo>
                    <a:pt x="269537" y="5231765"/>
                    <a:pt x="262425" y="5224653"/>
                    <a:pt x="262425" y="5215890"/>
                  </a:cubicBezTo>
                  <a:close/>
                  <a:moveTo>
                    <a:pt x="262425" y="5088890"/>
                  </a:moveTo>
                  <a:lnTo>
                    <a:pt x="262425" y="5025390"/>
                  </a:lnTo>
                  <a:cubicBezTo>
                    <a:pt x="262425" y="5016627"/>
                    <a:pt x="269537" y="5009515"/>
                    <a:pt x="278300" y="5009515"/>
                  </a:cubicBezTo>
                  <a:cubicBezTo>
                    <a:pt x="287063" y="5009515"/>
                    <a:pt x="294175" y="5016627"/>
                    <a:pt x="294175" y="5025390"/>
                  </a:cubicBezTo>
                  <a:lnTo>
                    <a:pt x="294175" y="5088890"/>
                  </a:lnTo>
                  <a:cubicBezTo>
                    <a:pt x="294175" y="5097653"/>
                    <a:pt x="287063" y="5104765"/>
                    <a:pt x="278300" y="5104765"/>
                  </a:cubicBezTo>
                  <a:cubicBezTo>
                    <a:pt x="269537" y="5104765"/>
                    <a:pt x="262425" y="5097653"/>
                    <a:pt x="262425" y="5088890"/>
                  </a:cubicBezTo>
                  <a:close/>
                  <a:moveTo>
                    <a:pt x="262425" y="4961890"/>
                  </a:moveTo>
                  <a:lnTo>
                    <a:pt x="262425" y="4898390"/>
                  </a:lnTo>
                  <a:cubicBezTo>
                    <a:pt x="262425" y="4889627"/>
                    <a:pt x="269537" y="4882515"/>
                    <a:pt x="278300" y="4882515"/>
                  </a:cubicBezTo>
                  <a:cubicBezTo>
                    <a:pt x="287063" y="4882515"/>
                    <a:pt x="294175" y="4889627"/>
                    <a:pt x="294175" y="4898390"/>
                  </a:cubicBezTo>
                  <a:lnTo>
                    <a:pt x="294175" y="4961890"/>
                  </a:lnTo>
                  <a:cubicBezTo>
                    <a:pt x="294175" y="4970653"/>
                    <a:pt x="287063" y="4977765"/>
                    <a:pt x="278300" y="4977765"/>
                  </a:cubicBezTo>
                  <a:cubicBezTo>
                    <a:pt x="269537" y="4977765"/>
                    <a:pt x="262425" y="4970653"/>
                    <a:pt x="262425" y="4961890"/>
                  </a:cubicBezTo>
                  <a:close/>
                  <a:moveTo>
                    <a:pt x="262425" y="4834890"/>
                  </a:moveTo>
                  <a:lnTo>
                    <a:pt x="262425" y="4771390"/>
                  </a:lnTo>
                  <a:cubicBezTo>
                    <a:pt x="262425" y="4762627"/>
                    <a:pt x="269537" y="4755515"/>
                    <a:pt x="278300" y="4755515"/>
                  </a:cubicBezTo>
                  <a:cubicBezTo>
                    <a:pt x="287063" y="4755515"/>
                    <a:pt x="294175" y="4762627"/>
                    <a:pt x="294175" y="4771390"/>
                  </a:cubicBezTo>
                  <a:lnTo>
                    <a:pt x="294175" y="4834890"/>
                  </a:lnTo>
                  <a:cubicBezTo>
                    <a:pt x="294175" y="4843653"/>
                    <a:pt x="287063" y="4850765"/>
                    <a:pt x="278300" y="4850765"/>
                  </a:cubicBezTo>
                  <a:cubicBezTo>
                    <a:pt x="269537" y="4850765"/>
                    <a:pt x="262425" y="4843653"/>
                    <a:pt x="262425" y="4834890"/>
                  </a:cubicBezTo>
                  <a:close/>
                  <a:moveTo>
                    <a:pt x="262425" y="4707890"/>
                  </a:moveTo>
                  <a:lnTo>
                    <a:pt x="262425" y="4644390"/>
                  </a:lnTo>
                  <a:cubicBezTo>
                    <a:pt x="262425" y="4635627"/>
                    <a:pt x="269537" y="4628515"/>
                    <a:pt x="278300" y="4628515"/>
                  </a:cubicBezTo>
                  <a:cubicBezTo>
                    <a:pt x="287063" y="4628515"/>
                    <a:pt x="294175" y="4635627"/>
                    <a:pt x="294175" y="4644390"/>
                  </a:cubicBezTo>
                  <a:lnTo>
                    <a:pt x="294175" y="4707890"/>
                  </a:lnTo>
                  <a:cubicBezTo>
                    <a:pt x="294175" y="4716653"/>
                    <a:pt x="287063" y="4723765"/>
                    <a:pt x="278300" y="4723765"/>
                  </a:cubicBezTo>
                  <a:cubicBezTo>
                    <a:pt x="269537" y="4723765"/>
                    <a:pt x="262425" y="4716653"/>
                    <a:pt x="262425" y="4707890"/>
                  </a:cubicBezTo>
                  <a:close/>
                  <a:moveTo>
                    <a:pt x="262425" y="4580890"/>
                  </a:moveTo>
                  <a:lnTo>
                    <a:pt x="262425" y="4517390"/>
                  </a:lnTo>
                  <a:cubicBezTo>
                    <a:pt x="262425" y="4508627"/>
                    <a:pt x="269537" y="4501515"/>
                    <a:pt x="278300" y="4501515"/>
                  </a:cubicBezTo>
                  <a:cubicBezTo>
                    <a:pt x="287063" y="4501515"/>
                    <a:pt x="294175" y="4508627"/>
                    <a:pt x="294175" y="4517390"/>
                  </a:cubicBezTo>
                  <a:lnTo>
                    <a:pt x="294175" y="4580890"/>
                  </a:lnTo>
                  <a:cubicBezTo>
                    <a:pt x="294175" y="4589653"/>
                    <a:pt x="287063" y="4596765"/>
                    <a:pt x="278300" y="4596765"/>
                  </a:cubicBezTo>
                  <a:cubicBezTo>
                    <a:pt x="269537" y="4596765"/>
                    <a:pt x="262425" y="4589653"/>
                    <a:pt x="262425" y="4580890"/>
                  </a:cubicBezTo>
                  <a:close/>
                  <a:moveTo>
                    <a:pt x="262425" y="4453890"/>
                  </a:moveTo>
                  <a:lnTo>
                    <a:pt x="262425" y="4390390"/>
                  </a:lnTo>
                  <a:cubicBezTo>
                    <a:pt x="262425" y="4381627"/>
                    <a:pt x="269537" y="4374515"/>
                    <a:pt x="278300" y="4374515"/>
                  </a:cubicBezTo>
                  <a:cubicBezTo>
                    <a:pt x="287063" y="4374515"/>
                    <a:pt x="294175" y="4381627"/>
                    <a:pt x="294175" y="4390390"/>
                  </a:cubicBezTo>
                  <a:lnTo>
                    <a:pt x="294175" y="4453890"/>
                  </a:lnTo>
                  <a:cubicBezTo>
                    <a:pt x="294175" y="4462653"/>
                    <a:pt x="287063" y="4469765"/>
                    <a:pt x="278300" y="4469765"/>
                  </a:cubicBezTo>
                  <a:cubicBezTo>
                    <a:pt x="269537" y="4469765"/>
                    <a:pt x="262425" y="4462653"/>
                    <a:pt x="262425" y="4453890"/>
                  </a:cubicBezTo>
                  <a:close/>
                  <a:moveTo>
                    <a:pt x="262425" y="4326890"/>
                  </a:moveTo>
                  <a:lnTo>
                    <a:pt x="262425" y="4263390"/>
                  </a:lnTo>
                  <a:cubicBezTo>
                    <a:pt x="262425" y="4254627"/>
                    <a:pt x="269537" y="4247515"/>
                    <a:pt x="278300" y="4247515"/>
                  </a:cubicBezTo>
                  <a:cubicBezTo>
                    <a:pt x="287063" y="4247515"/>
                    <a:pt x="294175" y="4254627"/>
                    <a:pt x="294175" y="4263390"/>
                  </a:cubicBezTo>
                  <a:lnTo>
                    <a:pt x="294175" y="4326890"/>
                  </a:lnTo>
                  <a:cubicBezTo>
                    <a:pt x="294175" y="4335653"/>
                    <a:pt x="287063" y="4342765"/>
                    <a:pt x="278300" y="4342765"/>
                  </a:cubicBezTo>
                  <a:cubicBezTo>
                    <a:pt x="269537" y="4342765"/>
                    <a:pt x="262425" y="4335653"/>
                    <a:pt x="262425" y="4326890"/>
                  </a:cubicBezTo>
                  <a:close/>
                  <a:moveTo>
                    <a:pt x="262425" y="4199890"/>
                  </a:moveTo>
                  <a:lnTo>
                    <a:pt x="262425" y="4136390"/>
                  </a:lnTo>
                  <a:cubicBezTo>
                    <a:pt x="262425" y="4127627"/>
                    <a:pt x="269537" y="4120515"/>
                    <a:pt x="278300" y="4120515"/>
                  </a:cubicBezTo>
                  <a:cubicBezTo>
                    <a:pt x="287063" y="4120515"/>
                    <a:pt x="294175" y="4127627"/>
                    <a:pt x="294175" y="4136390"/>
                  </a:cubicBezTo>
                  <a:lnTo>
                    <a:pt x="294175" y="4199890"/>
                  </a:lnTo>
                  <a:cubicBezTo>
                    <a:pt x="294175" y="4208653"/>
                    <a:pt x="287063" y="4215765"/>
                    <a:pt x="278300" y="4215765"/>
                  </a:cubicBezTo>
                  <a:cubicBezTo>
                    <a:pt x="269537" y="4215765"/>
                    <a:pt x="262425" y="4208653"/>
                    <a:pt x="262425" y="4199890"/>
                  </a:cubicBezTo>
                  <a:close/>
                  <a:moveTo>
                    <a:pt x="262425" y="4072890"/>
                  </a:moveTo>
                  <a:lnTo>
                    <a:pt x="262425" y="4009390"/>
                  </a:lnTo>
                  <a:cubicBezTo>
                    <a:pt x="262425" y="4000627"/>
                    <a:pt x="269537" y="3993515"/>
                    <a:pt x="278300" y="3993515"/>
                  </a:cubicBezTo>
                  <a:cubicBezTo>
                    <a:pt x="287063" y="3993515"/>
                    <a:pt x="294175" y="4000627"/>
                    <a:pt x="294175" y="4009390"/>
                  </a:cubicBezTo>
                  <a:lnTo>
                    <a:pt x="294175" y="4072890"/>
                  </a:lnTo>
                  <a:cubicBezTo>
                    <a:pt x="294175" y="4081653"/>
                    <a:pt x="287063" y="4088765"/>
                    <a:pt x="278300" y="4088765"/>
                  </a:cubicBezTo>
                  <a:cubicBezTo>
                    <a:pt x="269537" y="4088765"/>
                    <a:pt x="262425" y="4081653"/>
                    <a:pt x="262425" y="4072890"/>
                  </a:cubicBezTo>
                  <a:close/>
                  <a:moveTo>
                    <a:pt x="262425" y="3945890"/>
                  </a:moveTo>
                  <a:lnTo>
                    <a:pt x="262425" y="3882390"/>
                  </a:lnTo>
                  <a:cubicBezTo>
                    <a:pt x="262425" y="3873627"/>
                    <a:pt x="269537" y="3866515"/>
                    <a:pt x="278300" y="3866515"/>
                  </a:cubicBezTo>
                  <a:cubicBezTo>
                    <a:pt x="287063" y="3866515"/>
                    <a:pt x="294175" y="3873627"/>
                    <a:pt x="294175" y="3882390"/>
                  </a:cubicBezTo>
                  <a:lnTo>
                    <a:pt x="294175" y="3945890"/>
                  </a:lnTo>
                  <a:cubicBezTo>
                    <a:pt x="294175" y="3954653"/>
                    <a:pt x="287063" y="3961765"/>
                    <a:pt x="278300" y="3961765"/>
                  </a:cubicBezTo>
                  <a:cubicBezTo>
                    <a:pt x="269537" y="3961765"/>
                    <a:pt x="262425" y="3954653"/>
                    <a:pt x="262425" y="3945890"/>
                  </a:cubicBezTo>
                  <a:close/>
                  <a:moveTo>
                    <a:pt x="262425" y="3818890"/>
                  </a:moveTo>
                  <a:lnTo>
                    <a:pt x="262425" y="3755390"/>
                  </a:lnTo>
                  <a:cubicBezTo>
                    <a:pt x="262425" y="3746627"/>
                    <a:pt x="269537" y="3739515"/>
                    <a:pt x="278300" y="3739515"/>
                  </a:cubicBezTo>
                  <a:cubicBezTo>
                    <a:pt x="287063" y="3739515"/>
                    <a:pt x="294175" y="3746627"/>
                    <a:pt x="294175" y="3755390"/>
                  </a:cubicBezTo>
                  <a:lnTo>
                    <a:pt x="294175" y="3818890"/>
                  </a:lnTo>
                  <a:cubicBezTo>
                    <a:pt x="294175" y="3827653"/>
                    <a:pt x="287063" y="3834765"/>
                    <a:pt x="278300" y="3834765"/>
                  </a:cubicBezTo>
                  <a:cubicBezTo>
                    <a:pt x="269537" y="3834765"/>
                    <a:pt x="262425" y="3827653"/>
                    <a:pt x="262425" y="3818890"/>
                  </a:cubicBezTo>
                  <a:close/>
                  <a:moveTo>
                    <a:pt x="262425" y="3691890"/>
                  </a:moveTo>
                  <a:lnTo>
                    <a:pt x="262425" y="3628390"/>
                  </a:lnTo>
                  <a:cubicBezTo>
                    <a:pt x="262425" y="3619627"/>
                    <a:pt x="269537" y="3612515"/>
                    <a:pt x="278300" y="3612515"/>
                  </a:cubicBezTo>
                  <a:cubicBezTo>
                    <a:pt x="287063" y="3612515"/>
                    <a:pt x="294175" y="3619627"/>
                    <a:pt x="294175" y="3628390"/>
                  </a:cubicBezTo>
                  <a:lnTo>
                    <a:pt x="294175" y="3691890"/>
                  </a:lnTo>
                  <a:cubicBezTo>
                    <a:pt x="294175" y="3700653"/>
                    <a:pt x="287063" y="3707765"/>
                    <a:pt x="278300" y="3707765"/>
                  </a:cubicBezTo>
                  <a:cubicBezTo>
                    <a:pt x="269537" y="3707765"/>
                    <a:pt x="262425" y="3700653"/>
                    <a:pt x="262425" y="3691890"/>
                  </a:cubicBezTo>
                  <a:close/>
                  <a:moveTo>
                    <a:pt x="262425" y="3564890"/>
                  </a:moveTo>
                  <a:lnTo>
                    <a:pt x="262425" y="3501390"/>
                  </a:lnTo>
                  <a:cubicBezTo>
                    <a:pt x="262425" y="3492627"/>
                    <a:pt x="269537" y="3485515"/>
                    <a:pt x="278300" y="3485515"/>
                  </a:cubicBezTo>
                  <a:cubicBezTo>
                    <a:pt x="287063" y="3485515"/>
                    <a:pt x="294175" y="3492627"/>
                    <a:pt x="294175" y="3501390"/>
                  </a:cubicBezTo>
                  <a:lnTo>
                    <a:pt x="294175" y="3564890"/>
                  </a:lnTo>
                  <a:cubicBezTo>
                    <a:pt x="294175" y="3573653"/>
                    <a:pt x="287063" y="3580765"/>
                    <a:pt x="278300" y="3580765"/>
                  </a:cubicBezTo>
                  <a:cubicBezTo>
                    <a:pt x="269537" y="3580765"/>
                    <a:pt x="262425" y="3573653"/>
                    <a:pt x="262425" y="3564890"/>
                  </a:cubicBezTo>
                  <a:close/>
                  <a:moveTo>
                    <a:pt x="262425" y="3437890"/>
                  </a:moveTo>
                  <a:lnTo>
                    <a:pt x="262425" y="3374390"/>
                  </a:lnTo>
                  <a:cubicBezTo>
                    <a:pt x="262425" y="3365627"/>
                    <a:pt x="269537" y="3358515"/>
                    <a:pt x="278300" y="3358515"/>
                  </a:cubicBezTo>
                  <a:cubicBezTo>
                    <a:pt x="287063" y="3358515"/>
                    <a:pt x="294175" y="3365627"/>
                    <a:pt x="294175" y="3374390"/>
                  </a:cubicBezTo>
                  <a:lnTo>
                    <a:pt x="294175" y="3437890"/>
                  </a:lnTo>
                  <a:cubicBezTo>
                    <a:pt x="294175" y="3446653"/>
                    <a:pt x="287063" y="3453765"/>
                    <a:pt x="278300" y="3453765"/>
                  </a:cubicBezTo>
                  <a:cubicBezTo>
                    <a:pt x="269537" y="3453765"/>
                    <a:pt x="262425" y="3446653"/>
                    <a:pt x="262425" y="3437890"/>
                  </a:cubicBezTo>
                  <a:close/>
                  <a:moveTo>
                    <a:pt x="262425" y="3310890"/>
                  </a:moveTo>
                  <a:lnTo>
                    <a:pt x="262425" y="3247390"/>
                  </a:lnTo>
                  <a:cubicBezTo>
                    <a:pt x="262425" y="3238627"/>
                    <a:pt x="269537" y="3231515"/>
                    <a:pt x="278300" y="3231515"/>
                  </a:cubicBezTo>
                  <a:cubicBezTo>
                    <a:pt x="287063" y="3231515"/>
                    <a:pt x="294175" y="3238627"/>
                    <a:pt x="294175" y="3247390"/>
                  </a:cubicBezTo>
                  <a:lnTo>
                    <a:pt x="294175" y="3310890"/>
                  </a:lnTo>
                  <a:cubicBezTo>
                    <a:pt x="294175" y="3319653"/>
                    <a:pt x="287063" y="3326765"/>
                    <a:pt x="278300" y="3326765"/>
                  </a:cubicBezTo>
                  <a:cubicBezTo>
                    <a:pt x="269537" y="3326765"/>
                    <a:pt x="262425" y="3319653"/>
                    <a:pt x="262425" y="3310890"/>
                  </a:cubicBezTo>
                  <a:close/>
                  <a:moveTo>
                    <a:pt x="262425" y="3183890"/>
                  </a:moveTo>
                  <a:lnTo>
                    <a:pt x="262425" y="3120390"/>
                  </a:lnTo>
                  <a:cubicBezTo>
                    <a:pt x="262425" y="3111627"/>
                    <a:pt x="269537" y="3104515"/>
                    <a:pt x="278300" y="3104515"/>
                  </a:cubicBezTo>
                  <a:cubicBezTo>
                    <a:pt x="287063" y="3104515"/>
                    <a:pt x="294175" y="3111627"/>
                    <a:pt x="294175" y="3120390"/>
                  </a:cubicBezTo>
                  <a:lnTo>
                    <a:pt x="294175" y="3183890"/>
                  </a:lnTo>
                  <a:cubicBezTo>
                    <a:pt x="294175" y="3192653"/>
                    <a:pt x="287063" y="3199765"/>
                    <a:pt x="278300" y="3199765"/>
                  </a:cubicBezTo>
                  <a:cubicBezTo>
                    <a:pt x="269537" y="3199765"/>
                    <a:pt x="262425" y="3192653"/>
                    <a:pt x="262425" y="3183890"/>
                  </a:cubicBezTo>
                  <a:close/>
                  <a:moveTo>
                    <a:pt x="262425" y="3056890"/>
                  </a:moveTo>
                  <a:lnTo>
                    <a:pt x="262425" y="2993390"/>
                  </a:lnTo>
                  <a:cubicBezTo>
                    <a:pt x="262425" y="2984627"/>
                    <a:pt x="269537" y="2977515"/>
                    <a:pt x="278300" y="2977515"/>
                  </a:cubicBezTo>
                  <a:cubicBezTo>
                    <a:pt x="287063" y="2977515"/>
                    <a:pt x="294175" y="2984627"/>
                    <a:pt x="294175" y="2993390"/>
                  </a:cubicBezTo>
                  <a:lnTo>
                    <a:pt x="294175" y="3056890"/>
                  </a:lnTo>
                  <a:cubicBezTo>
                    <a:pt x="294175" y="3065653"/>
                    <a:pt x="287063" y="3072765"/>
                    <a:pt x="278300" y="3072765"/>
                  </a:cubicBezTo>
                  <a:cubicBezTo>
                    <a:pt x="269537" y="3072765"/>
                    <a:pt x="262425" y="3065653"/>
                    <a:pt x="262425" y="3056890"/>
                  </a:cubicBezTo>
                  <a:close/>
                  <a:moveTo>
                    <a:pt x="262425" y="2929890"/>
                  </a:moveTo>
                  <a:lnTo>
                    <a:pt x="262425" y="2866390"/>
                  </a:lnTo>
                  <a:cubicBezTo>
                    <a:pt x="262425" y="2857627"/>
                    <a:pt x="269537" y="2850515"/>
                    <a:pt x="278300" y="2850515"/>
                  </a:cubicBezTo>
                  <a:cubicBezTo>
                    <a:pt x="287063" y="2850515"/>
                    <a:pt x="294175" y="2857627"/>
                    <a:pt x="294175" y="2866390"/>
                  </a:cubicBezTo>
                  <a:lnTo>
                    <a:pt x="294175" y="2929890"/>
                  </a:lnTo>
                  <a:cubicBezTo>
                    <a:pt x="294175" y="2938653"/>
                    <a:pt x="287063" y="2945765"/>
                    <a:pt x="278300" y="2945765"/>
                  </a:cubicBezTo>
                  <a:cubicBezTo>
                    <a:pt x="269537" y="2945765"/>
                    <a:pt x="262425" y="2938653"/>
                    <a:pt x="262425" y="2929890"/>
                  </a:cubicBezTo>
                  <a:close/>
                  <a:moveTo>
                    <a:pt x="262425" y="2802890"/>
                  </a:moveTo>
                  <a:lnTo>
                    <a:pt x="262425" y="2739390"/>
                  </a:lnTo>
                  <a:cubicBezTo>
                    <a:pt x="262425" y="2730627"/>
                    <a:pt x="269537" y="2723515"/>
                    <a:pt x="278300" y="2723515"/>
                  </a:cubicBezTo>
                  <a:cubicBezTo>
                    <a:pt x="287063" y="2723515"/>
                    <a:pt x="294175" y="2730627"/>
                    <a:pt x="294175" y="2739390"/>
                  </a:cubicBezTo>
                  <a:lnTo>
                    <a:pt x="294175" y="2802890"/>
                  </a:lnTo>
                  <a:cubicBezTo>
                    <a:pt x="294175" y="2811653"/>
                    <a:pt x="287063" y="2818765"/>
                    <a:pt x="278300" y="2818765"/>
                  </a:cubicBezTo>
                  <a:cubicBezTo>
                    <a:pt x="269537" y="2818765"/>
                    <a:pt x="262425" y="2811653"/>
                    <a:pt x="262425" y="2802890"/>
                  </a:cubicBezTo>
                  <a:close/>
                  <a:moveTo>
                    <a:pt x="262425" y="2675890"/>
                  </a:moveTo>
                  <a:lnTo>
                    <a:pt x="262425" y="2612390"/>
                  </a:lnTo>
                  <a:cubicBezTo>
                    <a:pt x="262425" y="2603627"/>
                    <a:pt x="269537" y="2596515"/>
                    <a:pt x="278300" y="2596515"/>
                  </a:cubicBezTo>
                  <a:cubicBezTo>
                    <a:pt x="287063" y="2596515"/>
                    <a:pt x="294175" y="2603627"/>
                    <a:pt x="294175" y="2612390"/>
                  </a:cubicBezTo>
                  <a:lnTo>
                    <a:pt x="294175" y="2675890"/>
                  </a:lnTo>
                  <a:cubicBezTo>
                    <a:pt x="294175" y="2684653"/>
                    <a:pt x="287063" y="2691765"/>
                    <a:pt x="278300" y="2691765"/>
                  </a:cubicBezTo>
                  <a:cubicBezTo>
                    <a:pt x="269537" y="2691765"/>
                    <a:pt x="262425" y="2684653"/>
                    <a:pt x="262425" y="2675890"/>
                  </a:cubicBezTo>
                  <a:close/>
                  <a:moveTo>
                    <a:pt x="262425" y="2548890"/>
                  </a:moveTo>
                  <a:lnTo>
                    <a:pt x="262425" y="2485390"/>
                  </a:lnTo>
                  <a:cubicBezTo>
                    <a:pt x="262425" y="2476627"/>
                    <a:pt x="269537" y="2469515"/>
                    <a:pt x="278300" y="2469515"/>
                  </a:cubicBezTo>
                  <a:cubicBezTo>
                    <a:pt x="287063" y="2469515"/>
                    <a:pt x="294175" y="2476627"/>
                    <a:pt x="294175" y="2485390"/>
                  </a:cubicBezTo>
                  <a:lnTo>
                    <a:pt x="294175" y="2548890"/>
                  </a:lnTo>
                  <a:cubicBezTo>
                    <a:pt x="294175" y="2557653"/>
                    <a:pt x="287063" y="2564765"/>
                    <a:pt x="278300" y="2564765"/>
                  </a:cubicBezTo>
                  <a:cubicBezTo>
                    <a:pt x="269537" y="2564765"/>
                    <a:pt x="262425" y="2557653"/>
                    <a:pt x="262425" y="2548890"/>
                  </a:cubicBezTo>
                  <a:close/>
                  <a:moveTo>
                    <a:pt x="262425" y="2421890"/>
                  </a:moveTo>
                  <a:lnTo>
                    <a:pt x="262425" y="2358390"/>
                  </a:lnTo>
                  <a:cubicBezTo>
                    <a:pt x="262425" y="2349627"/>
                    <a:pt x="269537" y="2342515"/>
                    <a:pt x="278300" y="2342515"/>
                  </a:cubicBezTo>
                  <a:cubicBezTo>
                    <a:pt x="287063" y="2342515"/>
                    <a:pt x="294175" y="2349627"/>
                    <a:pt x="294175" y="2358390"/>
                  </a:cubicBezTo>
                  <a:lnTo>
                    <a:pt x="294175" y="2421890"/>
                  </a:lnTo>
                  <a:cubicBezTo>
                    <a:pt x="294175" y="2430653"/>
                    <a:pt x="287063" y="2437765"/>
                    <a:pt x="278300" y="2437765"/>
                  </a:cubicBezTo>
                  <a:cubicBezTo>
                    <a:pt x="269537" y="2437765"/>
                    <a:pt x="262425" y="2430653"/>
                    <a:pt x="262425" y="2421890"/>
                  </a:cubicBezTo>
                  <a:close/>
                  <a:moveTo>
                    <a:pt x="262425" y="2294890"/>
                  </a:moveTo>
                  <a:lnTo>
                    <a:pt x="262425" y="2231390"/>
                  </a:lnTo>
                  <a:cubicBezTo>
                    <a:pt x="262425" y="2222627"/>
                    <a:pt x="269537" y="2215515"/>
                    <a:pt x="278300" y="2215515"/>
                  </a:cubicBezTo>
                  <a:cubicBezTo>
                    <a:pt x="287063" y="2215515"/>
                    <a:pt x="294175" y="2222627"/>
                    <a:pt x="294175" y="2231390"/>
                  </a:cubicBezTo>
                  <a:lnTo>
                    <a:pt x="294175" y="2294890"/>
                  </a:lnTo>
                  <a:cubicBezTo>
                    <a:pt x="294175" y="2303653"/>
                    <a:pt x="287063" y="2310765"/>
                    <a:pt x="278300" y="2310765"/>
                  </a:cubicBezTo>
                  <a:cubicBezTo>
                    <a:pt x="269537" y="2310765"/>
                    <a:pt x="262425" y="2303653"/>
                    <a:pt x="262425" y="2294890"/>
                  </a:cubicBezTo>
                  <a:close/>
                  <a:moveTo>
                    <a:pt x="262425" y="2167890"/>
                  </a:moveTo>
                  <a:lnTo>
                    <a:pt x="262425" y="2104390"/>
                  </a:lnTo>
                  <a:cubicBezTo>
                    <a:pt x="262425" y="2095627"/>
                    <a:pt x="269537" y="2088515"/>
                    <a:pt x="278300" y="2088515"/>
                  </a:cubicBezTo>
                  <a:cubicBezTo>
                    <a:pt x="287063" y="2088515"/>
                    <a:pt x="294175" y="2095627"/>
                    <a:pt x="294175" y="2104390"/>
                  </a:cubicBezTo>
                  <a:lnTo>
                    <a:pt x="294175" y="2167890"/>
                  </a:lnTo>
                  <a:cubicBezTo>
                    <a:pt x="294175" y="2176653"/>
                    <a:pt x="287063" y="2183765"/>
                    <a:pt x="278300" y="2183765"/>
                  </a:cubicBezTo>
                  <a:cubicBezTo>
                    <a:pt x="269537" y="2183765"/>
                    <a:pt x="262425" y="2176653"/>
                    <a:pt x="262425" y="2167890"/>
                  </a:cubicBezTo>
                  <a:close/>
                  <a:moveTo>
                    <a:pt x="262425" y="2040890"/>
                  </a:moveTo>
                  <a:lnTo>
                    <a:pt x="262425" y="1977390"/>
                  </a:lnTo>
                  <a:cubicBezTo>
                    <a:pt x="262425" y="1968627"/>
                    <a:pt x="269537" y="1961515"/>
                    <a:pt x="278300" y="1961515"/>
                  </a:cubicBezTo>
                  <a:cubicBezTo>
                    <a:pt x="287063" y="1961515"/>
                    <a:pt x="294175" y="1968627"/>
                    <a:pt x="294175" y="1977390"/>
                  </a:cubicBezTo>
                  <a:lnTo>
                    <a:pt x="294175" y="2040890"/>
                  </a:lnTo>
                  <a:cubicBezTo>
                    <a:pt x="294175" y="2049653"/>
                    <a:pt x="287063" y="2056765"/>
                    <a:pt x="278300" y="2056765"/>
                  </a:cubicBezTo>
                  <a:cubicBezTo>
                    <a:pt x="269537" y="2056765"/>
                    <a:pt x="262425" y="2049653"/>
                    <a:pt x="262425" y="2040890"/>
                  </a:cubicBezTo>
                  <a:close/>
                  <a:moveTo>
                    <a:pt x="262425" y="1913890"/>
                  </a:moveTo>
                  <a:lnTo>
                    <a:pt x="262425" y="1850390"/>
                  </a:lnTo>
                  <a:cubicBezTo>
                    <a:pt x="262425" y="1841627"/>
                    <a:pt x="269537" y="1834515"/>
                    <a:pt x="278300" y="1834515"/>
                  </a:cubicBezTo>
                  <a:cubicBezTo>
                    <a:pt x="287063" y="1834515"/>
                    <a:pt x="294175" y="1841627"/>
                    <a:pt x="294175" y="1850390"/>
                  </a:cubicBezTo>
                  <a:lnTo>
                    <a:pt x="294175" y="1913890"/>
                  </a:lnTo>
                  <a:cubicBezTo>
                    <a:pt x="294175" y="1922653"/>
                    <a:pt x="287063" y="1929765"/>
                    <a:pt x="278300" y="1929765"/>
                  </a:cubicBezTo>
                  <a:cubicBezTo>
                    <a:pt x="269537" y="1929765"/>
                    <a:pt x="262425" y="1922653"/>
                    <a:pt x="262425" y="1913890"/>
                  </a:cubicBezTo>
                  <a:close/>
                  <a:moveTo>
                    <a:pt x="262425" y="1786890"/>
                  </a:moveTo>
                  <a:lnTo>
                    <a:pt x="262425" y="1723390"/>
                  </a:lnTo>
                  <a:cubicBezTo>
                    <a:pt x="262425" y="1714627"/>
                    <a:pt x="269537" y="1707515"/>
                    <a:pt x="278300" y="1707515"/>
                  </a:cubicBezTo>
                  <a:cubicBezTo>
                    <a:pt x="287063" y="1707515"/>
                    <a:pt x="294175" y="1714627"/>
                    <a:pt x="294175" y="1723390"/>
                  </a:cubicBezTo>
                  <a:lnTo>
                    <a:pt x="294175" y="1786890"/>
                  </a:lnTo>
                  <a:cubicBezTo>
                    <a:pt x="294175" y="1795653"/>
                    <a:pt x="287063" y="1802765"/>
                    <a:pt x="278300" y="1802765"/>
                  </a:cubicBezTo>
                  <a:cubicBezTo>
                    <a:pt x="269537" y="1802765"/>
                    <a:pt x="262425" y="1795653"/>
                    <a:pt x="262425" y="1786890"/>
                  </a:cubicBezTo>
                  <a:close/>
                  <a:moveTo>
                    <a:pt x="262425" y="1659890"/>
                  </a:moveTo>
                  <a:lnTo>
                    <a:pt x="262425" y="1596390"/>
                  </a:lnTo>
                  <a:cubicBezTo>
                    <a:pt x="262425" y="1587627"/>
                    <a:pt x="269537" y="1580515"/>
                    <a:pt x="278300" y="1580515"/>
                  </a:cubicBezTo>
                  <a:cubicBezTo>
                    <a:pt x="287063" y="1580515"/>
                    <a:pt x="294175" y="1587627"/>
                    <a:pt x="294175" y="1596390"/>
                  </a:cubicBezTo>
                  <a:lnTo>
                    <a:pt x="294175" y="1659890"/>
                  </a:lnTo>
                  <a:cubicBezTo>
                    <a:pt x="294175" y="1668653"/>
                    <a:pt x="287063" y="1675765"/>
                    <a:pt x="278300" y="1675765"/>
                  </a:cubicBezTo>
                  <a:cubicBezTo>
                    <a:pt x="269537" y="1675765"/>
                    <a:pt x="262425" y="1668653"/>
                    <a:pt x="262425" y="1659890"/>
                  </a:cubicBezTo>
                  <a:close/>
                  <a:moveTo>
                    <a:pt x="262425" y="1532890"/>
                  </a:moveTo>
                  <a:lnTo>
                    <a:pt x="262425" y="1469390"/>
                  </a:lnTo>
                  <a:cubicBezTo>
                    <a:pt x="262425" y="1460627"/>
                    <a:pt x="269537" y="1453515"/>
                    <a:pt x="278300" y="1453515"/>
                  </a:cubicBezTo>
                  <a:cubicBezTo>
                    <a:pt x="287063" y="1453515"/>
                    <a:pt x="294175" y="1460627"/>
                    <a:pt x="294175" y="1469390"/>
                  </a:cubicBezTo>
                  <a:lnTo>
                    <a:pt x="294175" y="1532890"/>
                  </a:lnTo>
                  <a:cubicBezTo>
                    <a:pt x="294175" y="1541653"/>
                    <a:pt x="287063" y="1548765"/>
                    <a:pt x="278300" y="1548765"/>
                  </a:cubicBezTo>
                  <a:cubicBezTo>
                    <a:pt x="269537" y="1548765"/>
                    <a:pt x="262425" y="1541653"/>
                    <a:pt x="262425" y="1532890"/>
                  </a:cubicBezTo>
                  <a:close/>
                  <a:moveTo>
                    <a:pt x="262425" y="1405890"/>
                  </a:moveTo>
                  <a:lnTo>
                    <a:pt x="262425" y="1342390"/>
                  </a:lnTo>
                  <a:cubicBezTo>
                    <a:pt x="262425" y="1333627"/>
                    <a:pt x="269537" y="1326515"/>
                    <a:pt x="278300" y="1326515"/>
                  </a:cubicBezTo>
                  <a:cubicBezTo>
                    <a:pt x="287063" y="1326515"/>
                    <a:pt x="294175" y="1333627"/>
                    <a:pt x="294175" y="1342390"/>
                  </a:cubicBezTo>
                  <a:lnTo>
                    <a:pt x="294175" y="1405890"/>
                  </a:lnTo>
                  <a:cubicBezTo>
                    <a:pt x="294175" y="1414653"/>
                    <a:pt x="287063" y="1421765"/>
                    <a:pt x="278300" y="1421765"/>
                  </a:cubicBezTo>
                  <a:cubicBezTo>
                    <a:pt x="269537" y="1421765"/>
                    <a:pt x="262425" y="1414653"/>
                    <a:pt x="262425" y="1405890"/>
                  </a:cubicBezTo>
                  <a:close/>
                  <a:moveTo>
                    <a:pt x="262425" y="1278890"/>
                  </a:moveTo>
                  <a:lnTo>
                    <a:pt x="262425" y="1215390"/>
                  </a:lnTo>
                  <a:cubicBezTo>
                    <a:pt x="262425" y="1206627"/>
                    <a:pt x="269537" y="1199515"/>
                    <a:pt x="278300" y="1199515"/>
                  </a:cubicBezTo>
                  <a:cubicBezTo>
                    <a:pt x="287063" y="1199515"/>
                    <a:pt x="294175" y="1206627"/>
                    <a:pt x="294175" y="1215390"/>
                  </a:cubicBezTo>
                  <a:lnTo>
                    <a:pt x="294175" y="1278890"/>
                  </a:lnTo>
                  <a:cubicBezTo>
                    <a:pt x="294175" y="1287653"/>
                    <a:pt x="287063" y="1294765"/>
                    <a:pt x="278300" y="1294765"/>
                  </a:cubicBezTo>
                  <a:cubicBezTo>
                    <a:pt x="269537" y="1294765"/>
                    <a:pt x="262425" y="1287653"/>
                    <a:pt x="262425" y="1278890"/>
                  </a:cubicBezTo>
                  <a:close/>
                  <a:moveTo>
                    <a:pt x="262425" y="1151890"/>
                  </a:moveTo>
                  <a:lnTo>
                    <a:pt x="262425" y="1088390"/>
                  </a:lnTo>
                  <a:cubicBezTo>
                    <a:pt x="262425" y="1079627"/>
                    <a:pt x="269537" y="1072515"/>
                    <a:pt x="278300" y="1072515"/>
                  </a:cubicBezTo>
                  <a:cubicBezTo>
                    <a:pt x="287063" y="1072515"/>
                    <a:pt x="294175" y="1079627"/>
                    <a:pt x="294175" y="1088390"/>
                  </a:cubicBezTo>
                  <a:lnTo>
                    <a:pt x="294175" y="1151890"/>
                  </a:lnTo>
                  <a:cubicBezTo>
                    <a:pt x="294175" y="1160653"/>
                    <a:pt x="287063" y="1167765"/>
                    <a:pt x="278300" y="1167765"/>
                  </a:cubicBezTo>
                  <a:cubicBezTo>
                    <a:pt x="269537" y="1167765"/>
                    <a:pt x="262425" y="1160653"/>
                    <a:pt x="262425" y="1151890"/>
                  </a:cubicBezTo>
                  <a:close/>
                  <a:moveTo>
                    <a:pt x="262425" y="1024890"/>
                  </a:moveTo>
                  <a:lnTo>
                    <a:pt x="262425" y="961390"/>
                  </a:lnTo>
                  <a:cubicBezTo>
                    <a:pt x="262425" y="952627"/>
                    <a:pt x="269537" y="945515"/>
                    <a:pt x="278300" y="945515"/>
                  </a:cubicBezTo>
                  <a:cubicBezTo>
                    <a:pt x="287063" y="945515"/>
                    <a:pt x="294175" y="952627"/>
                    <a:pt x="294175" y="961390"/>
                  </a:cubicBezTo>
                  <a:lnTo>
                    <a:pt x="294175" y="1024890"/>
                  </a:lnTo>
                  <a:cubicBezTo>
                    <a:pt x="294175" y="1033653"/>
                    <a:pt x="287063" y="1040765"/>
                    <a:pt x="278300" y="1040765"/>
                  </a:cubicBezTo>
                  <a:cubicBezTo>
                    <a:pt x="269537" y="1040765"/>
                    <a:pt x="262425" y="1033653"/>
                    <a:pt x="262425" y="1024890"/>
                  </a:cubicBezTo>
                  <a:close/>
                  <a:moveTo>
                    <a:pt x="262425" y="897890"/>
                  </a:moveTo>
                  <a:lnTo>
                    <a:pt x="262425" y="834390"/>
                  </a:lnTo>
                  <a:cubicBezTo>
                    <a:pt x="262425" y="825627"/>
                    <a:pt x="269537" y="818515"/>
                    <a:pt x="278300" y="818515"/>
                  </a:cubicBezTo>
                  <a:cubicBezTo>
                    <a:pt x="287063" y="818515"/>
                    <a:pt x="294175" y="825627"/>
                    <a:pt x="294175" y="834390"/>
                  </a:cubicBezTo>
                  <a:lnTo>
                    <a:pt x="294175" y="897890"/>
                  </a:lnTo>
                  <a:cubicBezTo>
                    <a:pt x="294175" y="906653"/>
                    <a:pt x="287063" y="913765"/>
                    <a:pt x="278300" y="913765"/>
                  </a:cubicBezTo>
                  <a:cubicBezTo>
                    <a:pt x="269537" y="913765"/>
                    <a:pt x="262425" y="906653"/>
                    <a:pt x="262425" y="897890"/>
                  </a:cubicBezTo>
                  <a:close/>
                  <a:moveTo>
                    <a:pt x="262425" y="770890"/>
                  </a:moveTo>
                  <a:lnTo>
                    <a:pt x="262425" y="709168"/>
                  </a:lnTo>
                  <a:lnTo>
                    <a:pt x="278300" y="709168"/>
                  </a:lnTo>
                  <a:lnTo>
                    <a:pt x="262425" y="709168"/>
                  </a:lnTo>
                  <a:cubicBezTo>
                    <a:pt x="262425" y="708660"/>
                    <a:pt x="262425" y="708025"/>
                    <a:pt x="262425" y="707517"/>
                  </a:cubicBezTo>
                  <a:cubicBezTo>
                    <a:pt x="262298" y="698754"/>
                    <a:pt x="269410" y="691515"/>
                    <a:pt x="278173" y="691515"/>
                  </a:cubicBezTo>
                  <a:cubicBezTo>
                    <a:pt x="286936" y="691515"/>
                    <a:pt x="294175" y="698500"/>
                    <a:pt x="294175" y="707263"/>
                  </a:cubicBezTo>
                  <a:cubicBezTo>
                    <a:pt x="294175" y="707898"/>
                    <a:pt x="294175" y="708533"/>
                    <a:pt x="294175" y="709168"/>
                  </a:cubicBezTo>
                  <a:lnTo>
                    <a:pt x="294175" y="770890"/>
                  </a:lnTo>
                  <a:cubicBezTo>
                    <a:pt x="294175" y="779653"/>
                    <a:pt x="287063" y="786765"/>
                    <a:pt x="278300" y="786765"/>
                  </a:cubicBezTo>
                  <a:cubicBezTo>
                    <a:pt x="269537" y="786765"/>
                    <a:pt x="262425" y="779653"/>
                    <a:pt x="262425" y="770890"/>
                  </a:cubicBezTo>
                  <a:close/>
                  <a:moveTo>
                    <a:pt x="252138" y="650621"/>
                  </a:moveTo>
                  <a:cubicBezTo>
                    <a:pt x="245661" y="632587"/>
                    <a:pt x="236136" y="615442"/>
                    <a:pt x="223944" y="599440"/>
                  </a:cubicBezTo>
                  <a:cubicBezTo>
                    <a:pt x="218610" y="592455"/>
                    <a:pt x="220007" y="582549"/>
                    <a:pt x="226992" y="577215"/>
                  </a:cubicBezTo>
                  <a:cubicBezTo>
                    <a:pt x="233977" y="571881"/>
                    <a:pt x="243883" y="573278"/>
                    <a:pt x="249217" y="580263"/>
                  </a:cubicBezTo>
                  <a:cubicBezTo>
                    <a:pt x="263187" y="598551"/>
                    <a:pt x="274236" y="618617"/>
                    <a:pt x="281983" y="639826"/>
                  </a:cubicBezTo>
                  <a:cubicBezTo>
                    <a:pt x="284904" y="648081"/>
                    <a:pt x="280713" y="657225"/>
                    <a:pt x="272458" y="660146"/>
                  </a:cubicBezTo>
                  <a:cubicBezTo>
                    <a:pt x="264203" y="663067"/>
                    <a:pt x="255059" y="658876"/>
                    <a:pt x="252138" y="650621"/>
                  </a:cubicBezTo>
                  <a:close/>
                  <a:moveTo>
                    <a:pt x="182161" y="557276"/>
                  </a:moveTo>
                  <a:cubicBezTo>
                    <a:pt x="166921" y="545338"/>
                    <a:pt x="149903" y="534670"/>
                    <a:pt x="131234" y="525780"/>
                  </a:cubicBezTo>
                  <a:cubicBezTo>
                    <a:pt x="123360" y="521970"/>
                    <a:pt x="120058" y="512445"/>
                    <a:pt x="123868" y="504571"/>
                  </a:cubicBezTo>
                  <a:cubicBezTo>
                    <a:pt x="127678" y="496697"/>
                    <a:pt x="137203" y="493395"/>
                    <a:pt x="145077" y="497205"/>
                  </a:cubicBezTo>
                  <a:cubicBezTo>
                    <a:pt x="165651" y="507111"/>
                    <a:pt x="184701" y="518922"/>
                    <a:pt x="201846" y="532384"/>
                  </a:cubicBezTo>
                  <a:cubicBezTo>
                    <a:pt x="208704" y="537845"/>
                    <a:pt x="209974" y="547751"/>
                    <a:pt x="204513" y="554736"/>
                  </a:cubicBezTo>
                  <a:cubicBezTo>
                    <a:pt x="199052" y="561721"/>
                    <a:pt x="189146" y="562864"/>
                    <a:pt x="182161" y="557403"/>
                  </a:cubicBezTo>
                  <a:close/>
                  <a:moveTo>
                    <a:pt x="74719" y="505079"/>
                  </a:moveTo>
                  <a:cubicBezTo>
                    <a:pt x="55542" y="499999"/>
                    <a:pt x="35476" y="496570"/>
                    <a:pt x="14648" y="495046"/>
                  </a:cubicBezTo>
                  <a:cubicBezTo>
                    <a:pt x="5885" y="494411"/>
                    <a:pt x="-592" y="486791"/>
                    <a:pt x="43" y="478028"/>
                  </a:cubicBezTo>
                  <a:cubicBezTo>
                    <a:pt x="678" y="469265"/>
                    <a:pt x="8298" y="462788"/>
                    <a:pt x="17061" y="463423"/>
                  </a:cubicBezTo>
                  <a:cubicBezTo>
                    <a:pt x="39794" y="465201"/>
                    <a:pt x="61765" y="468884"/>
                    <a:pt x="82720" y="474472"/>
                  </a:cubicBezTo>
                  <a:cubicBezTo>
                    <a:pt x="91229" y="476758"/>
                    <a:pt x="96309" y="485394"/>
                    <a:pt x="94023" y="493903"/>
                  </a:cubicBezTo>
                  <a:cubicBezTo>
                    <a:pt x="91737" y="502412"/>
                    <a:pt x="83101" y="507492"/>
                    <a:pt x="74592" y="505206"/>
                  </a:cubicBezTo>
                  <a:close/>
                  <a:moveTo>
                    <a:pt x="20744" y="460756"/>
                  </a:moveTo>
                  <a:cubicBezTo>
                    <a:pt x="41445" y="458724"/>
                    <a:pt x="61511" y="455041"/>
                    <a:pt x="80434" y="449580"/>
                  </a:cubicBezTo>
                  <a:cubicBezTo>
                    <a:pt x="88816" y="447167"/>
                    <a:pt x="97706" y="452120"/>
                    <a:pt x="99992" y="460502"/>
                  </a:cubicBezTo>
                  <a:cubicBezTo>
                    <a:pt x="102278" y="468884"/>
                    <a:pt x="97452" y="477774"/>
                    <a:pt x="89070" y="480060"/>
                  </a:cubicBezTo>
                  <a:cubicBezTo>
                    <a:pt x="68242" y="485902"/>
                    <a:pt x="46271" y="490093"/>
                    <a:pt x="23665" y="492252"/>
                  </a:cubicBezTo>
                  <a:cubicBezTo>
                    <a:pt x="14902" y="493141"/>
                    <a:pt x="7155" y="486664"/>
                    <a:pt x="6393" y="477901"/>
                  </a:cubicBezTo>
                  <a:cubicBezTo>
                    <a:pt x="5631" y="469138"/>
                    <a:pt x="11981" y="461391"/>
                    <a:pt x="20744" y="460629"/>
                  </a:cubicBezTo>
                  <a:close/>
                  <a:moveTo>
                    <a:pt x="136695" y="427609"/>
                  </a:moveTo>
                  <a:cubicBezTo>
                    <a:pt x="155110" y="418211"/>
                    <a:pt x="171874" y="407289"/>
                    <a:pt x="186860" y="394970"/>
                  </a:cubicBezTo>
                  <a:cubicBezTo>
                    <a:pt x="193591" y="389382"/>
                    <a:pt x="203624" y="390398"/>
                    <a:pt x="209212" y="397129"/>
                  </a:cubicBezTo>
                  <a:cubicBezTo>
                    <a:pt x="214800" y="403860"/>
                    <a:pt x="213784" y="413893"/>
                    <a:pt x="207053" y="419481"/>
                  </a:cubicBezTo>
                  <a:cubicBezTo>
                    <a:pt x="190289" y="433324"/>
                    <a:pt x="171493" y="445643"/>
                    <a:pt x="151046" y="455930"/>
                  </a:cubicBezTo>
                  <a:cubicBezTo>
                    <a:pt x="143172" y="459867"/>
                    <a:pt x="133647" y="456819"/>
                    <a:pt x="129710" y="448945"/>
                  </a:cubicBezTo>
                  <a:cubicBezTo>
                    <a:pt x="125773" y="441071"/>
                    <a:pt x="128821" y="431546"/>
                    <a:pt x="136695" y="427609"/>
                  </a:cubicBezTo>
                  <a:close/>
                  <a:moveTo>
                    <a:pt x="227500" y="351790"/>
                  </a:moveTo>
                  <a:cubicBezTo>
                    <a:pt x="239184" y="335534"/>
                    <a:pt x="248074" y="318135"/>
                    <a:pt x="254043" y="299847"/>
                  </a:cubicBezTo>
                  <a:cubicBezTo>
                    <a:pt x="256710" y="291465"/>
                    <a:pt x="265727" y="286893"/>
                    <a:pt x="273982" y="289687"/>
                  </a:cubicBezTo>
                  <a:cubicBezTo>
                    <a:pt x="282237" y="292481"/>
                    <a:pt x="286936" y="301371"/>
                    <a:pt x="284142" y="309626"/>
                  </a:cubicBezTo>
                  <a:cubicBezTo>
                    <a:pt x="277157" y="331216"/>
                    <a:pt x="266616" y="351536"/>
                    <a:pt x="253281" y="370332"/>
                  </a:cubicBezTo>
                  <a:cubicBezTo>
                    <a:pt x="248201" y="377444"/>
                    <a:pt x="238295" y="379095"/>
                    <a:pt x="231183" y="374015"/>
                  </a:cubicBezTo>
                  <a:cubicBezTo>
                    <a:pt x="224071" y="368935"/>
                    <a:pt x="222420" y="359029"/>
                    <a:pt x="227500" y="351917"/>
                  </a:cubicBezTo>
                  <a:close/>
                  <a:moveTo>
                    <a:pt x="262425" y="241808"/>
                  </a:moveTo>
                  <a:cubicBezTo>
                    <a:pt x="263060" y="218440"/>
                    <a:pt x="267632" y="195961"/>
                    <a:pt x="275760" y="174625"/>
                  </a:cubicBezTo>
                  <a:cubicBezTo>
                    <a:pt x="278808" y="166370"/>
                    <a:pt x="288079" y="162306"/>
                    <a:pt x="296207" y="165354"/>
                  </a:cubicBezTo>
                  <a:cubicBezTo>
                    <a:pt x="304335" y="168402"/>
                    <a:pt x="308526" y="177673"/>
                    <a:pt x="305478" y="185801"/>
                  </a:cubicBezTo>
                  <a:cubicBezTo>
                    <a:pt x="298620" y="203835"/>
                    <a:pt x="294810" y="222885"/>
                    <a:pt x="294302" y="242570"/>
                  </a:cubicBezTo>
                  <a:cubicBezTo>
                    <a:pt x="294048" y="251333"/>
                    <a:pt x="286809" y="258318"/>
                    <a:pt x="278046" y="258064"/>
                  </a:cubicBezTo>
                  <a:cubicBezTo>
                    <a:pt x="269283" y="257810"/>
                    <a:pt x="262298" y="250571"/>
                    <a:pt x="262552" y="241808"/>
                  </a:cubicBezTo>
                  <a:close/>
                  <a:moveTo>
                    <a:pt x="309415" y="115570"/>
                  </a:moveTo>
                  <a:cubicBezTo>
                    <a:pt x="323004" y="98171"/>
                    <a:pt x="339133" y="82296"/>
                    <a:pt x="357421" y="68326"/>
                  </a:cubicBezTo>
                  <a:cubicBezTo>
                    <a:pt x="364406" y="62992"/>
                    <a:pt x="374312" y="64262"/>
                    <a:pt x="379646" y="71247"/>
                  </a:cubicBezTo>
                  <a:cubicBezTo>
                    <a:pt x="384980" y="78232"/>
                    <a:pt x="383710" y="88138"/>
                    <a:pt x="376725" y="93472"/>
                  </a:cubicBezTo>
                  <a:cubicBezTo>
                    <a:pt x="360469" y="105918"/>
                    <a:pt x="346245" y="119888"/>
                    <a:pt x="334434" y="135128"/>
                  </a:cubicBezTo>
                  <a:cubicBezTo>
                    <a:pt x="329100" y="141986"/>
                    <a:pt x="319067" y="143256"/>
                    <a:pt x="312209" y="137922"/>
                  </a:cubicBezTo>
                  <a:cubicBezTo>
                    <a:pt x="305351" y="132588"/>
                    <a:pt x="304081" y="122555"/>
                    <a:pt x="309415" y="115697"/>
                  </a:cubicBezTo>
                  <a:close/>
                  <a:moveTo>
                    <a:pt x="414444" y="33782"/>
                  </a:moveTo>
                  <a:cubicBezTo>
                    <a:pt x="433875" y="24384"/>
                    <a:pt x="454703" y="16891"/>
                    <a:pt x="476674" y="11430"/>
                  </a:cubicBezTo>
                  <a:cubicBezTo>
                    <a:pt x="485183" y="9271"/>
                    <a:pt x="493819" y="14478"/>
                    <a:pt x="495978" y="22860"/>
                  </a:cubicBezTo>
                  <a:cubicBezTo>
                    <a:pt x="498137" y="31242"/>
                    <a:pt x="492930" y="40005"/>
                    <a:pt x="484548" y="42164"/>
                  </a:cubicBezTo>
                  <a:cubicBezTo>
                    <a:pt x="464609" y="47244"/>
                    <a:pt x="445559" y="54102"/>
                    <a:pt x="427906" y="62357"/>
                  </a:cubicBezTo>
                  <a:cubicBezTo>
                    <a:pt x="420032" y="66040"/>
                    <a:pt x="410507" y="62738"/>
                    <a:pt x="406824" y="54737"/>
                  </a:cubicBezTo>
                  <a:cubicBezTo>
                    <a:pt x="403141" y="46736"/>
                    <a:pt x="406443" y="37338"/>
                    <a:pt x="414444" y="33655"/>
                  </a:cubicBezTo>
                  <a:close/>
                  <a:moveTo>
                    <a:pt x="542333" y="889"/>
                  </a:moveTo>
                  <a:cubicBezTo>
                    <a:pt x="551096" y="254"/>
                    <a:pt x="559986" y="0"/>
                    <a:pt x="569003" y="0"/>
                  </a:cubicBezTo>
                  <a:cubicBezTo>
                    <a:pt x="577766" y="0"/>
                    <a:pt x="584878" y="7112"/>
                    <a:pt x="584878" y="15875"/>
                  </a:cubicBezTo>
                  <a:lnTo>
                    <a:pt x="584878" y="53848"/>
                  </a:lnTo>
                  <a:cubicBezTo>
                    <a:pt x="584878" y="62611"/>
                    <a:pt x="577766" y="69723"/>
                    <a:pt x="569003" y="69723"/>
                  </a:cubicBezTo>
                  <a:cubicBezTo>
                    <a:pt x="560240" y="69723"/>
                    <a:pt x="553128" y="62611"/>
                    <a:pt x="553128" y="53848"/>
                  </a:cubicBezTo>
                  <a:lnTo>
                    <a:pt x="553128" y="15875"/>
                  </a:lnTo>
                  <a:lnTo>
                    <a:pt x="569003" y="15875"/>
                  </a:lnTo>
                  <a:lnTo>
                    <a:pt x="569003" y="31750"/>
                  </a:lnTo>
                  <a:cubicBezTo>
                    <a:pt x="560748" y="31750"/>
                    <a:pt x="552620" y="32004"/>
                    <a:pt x="544492" y="32639"/>
                  </a:cubicBezTo>
                  <a:cubicBezTo>
                    <a:pt x="535729" y="33274"/>
                    <a:pt x="528109" y="26670"/>
                    <a:pt x="527601" y="17907"/>
                  </a:cubicBezTo>
                  <a:cubicBezTo>
                    <a:pt x="527093" y="9144"/>
                    <a:pt x="533570" y="1524"/>
                    <a:pt x="542333" y="889"/>
                  </a:cubicBezTo>
                  <a:close/>
                  <a:moveTo>
                    <a:pt x="584878" y="117348"/>
                  </a:moveTo>
                  <a:lnTo>
                    <a:pt x="584878" y="180848"/>
                  </a:lnTo>
                  <a:cubicBezTo>
                    <a:pt x="584878" y="189611"/>
                    <a:pt x="577766" y="196723"/>
                    <a:pt x="569003" y="196723"/>
                  </a:cubicBezTo>
                  <a:cubicBezTo>
                    <a:pt x="560240" y="196723"/>
                    <a:pt x="553128" y="189611"/>
                    <a:pt x="553128" y="180848"/>
                  </a:cubicBezTo>
                  <a:lnTo>
                    <a:pt x="553128" y="117348"/>
                  </a:lnTo>
                  <a:cubicBezTo>
                    <a:pt x="553128" y="108585"/>
                    <a:pt x="560240" y="101473"/>
                    <a:pt x="569003" y="101473"/>
                  </a:cubicBezTo>
                  <a:cubicBezTo>
                    <a:pt x="577766" y="101473"/>
                    <a:pt x="584878" y="108585"/>
                    <a:pt x="584878" y="117348"/>
                  </a:cubicBezTo>
                  <a:close/>
                  <a:moveTo>
                    <a:pt x="584878" y="244348"/>
                  </a:moveTo>
                  <a:lnTo>
                    <a:pt x="584878" y="307848"/>
                  </a:lnTo>
                  <a:cubicBezTo>
                    <a:pt x="584878" y="316611"/>
                    <a:pt x="577766" y="323723"/>
                    <a:pt x="569003" y="323723"/>
                  </a:cubicBezTo>
                  <a:cubicBezTo>
                    <a:pt x="560240" y="323723"/>
                    <a:pt x="553128" y="316611"/>
                    <a:pt x="553128" y="307848"/>
                  </a:cubicBezTo>
                  <a:lnTo>
                    <a:pt x="553128" y="244348"/>
                  </a:lnTo>
                  <a:cubicBezTo>
                    <a:pt x="553128" y="235585"/>
                    <a:pt x="560240" y="228473"/>
                    <a:pt x="569003" y="228473"/>
                  </a:cubicBezTo>
                  <a:cubicBezTo>
                    <a:pt x="577766" y="228473"/>
                    <a:pt x="584878" y="235585"/>
                    <a:pt x="584878" y="244348"/>
                  </a:cubicBezTo>
                  <a:close/>
                  <a:moveTo>
                    <a:pt x="584878" y="371348"/>
                  </a:moveTo>
                  <a:lnTo>
                    <a:pt x="584878" y="434848"/>
                  </a:lnTo>
                  <a:cubicBezTo>
                    <a:pt x="584878" y="443611"/>
                    <a:pt x="577766" y="450723"/>
                    <a:pt x="569003" y="450723"/>
                  </a:cubicBezTo>
                  <a:cubicBezTo>
                    <a:pt x="560240" y="450723"/>
                    <a:pt x="553128" y="443611"/>
                    <a:pt x="553128" y="434848"/>
                  </a:cubicBezTo>
                  <a:lnTo>
                    <a:pt x="553128" y="371348"/>
                  </a:lnTo>
                  <a:cubicBezTo>
                    <a:pt x="553128" y="362585"/>
                    <a:pt x="560240" y="355473"/>
                    <a:pt x="569003" y="355473"/>
                  </a:cubicBezTo>
                  <a:cubicBezTo>
                    <a:pt x="577766" y="355473"/>
                    <a:pt x="584878" y="362585"/>
                    <a:pt x="584878" y="371348"/>
                  </a:cubicBezTo>
                  <a:close/>
                  <a:moveTo>
                    <a:pt x="584878" y="498348"/>
                  </a:moveTo>
                  <a:lnTo>
                    <a:pt x="584878" y="561848"/>
                  </a:lnTo>
                  <a:cubicBezTo>
                    <a:pt x="584878" y="570611"/>
                    <a:pt x="577766" y="577723"/>
                    <a:pt x="569003" y="577723"/>
                  </a:cubicBezTo>
                  <a:cubicBezTo>
                    <a:pt x="560240" y="577723"/>
                    <a:pt x="553128" y="570611"/>
                    <a:pt x="553128" y="561848"/>
                  </a:cubicBezTo>
                  <a:lnTo>
                    <a:pt x="553128" y="498348"/>
                  </a:lnTo>
                  <a:cubicBezTo>
                    <a:pt x="553128" y="489585"/>
                    <a:pt x="560240" y="482473"/>
                    <a:pt x="569003" y="482473"/>
                  </a:cubicBezTo>
                  <a:cubicBezTo>
                    <a:pt x="577766" y="482473"/>
                    <a:pt x="584878" y="489585"/>
                    <a:pt x="584878" y="498348"/>
                  </a:cubicBezTo>
                  <a:close/>
                  <a:moveTo>
                    <a:pt x="584878" y="625348"/>
                  </a:moveTo>
                  <a:lnTo>
                    <a:pt x="584878" y="688848"/>
                  </a:lnTo>
                  <a:cubicBezTo>
                    <a:pt x="584878" y="697611"/>
                    <a:pt x="577766" y="704723"/>
                    <a:pt x="569003" y="704723"/>
                  </a:cubicBezTo>
                  <a:cubicBezTo>
                    <a:pt x="560240" y="704723"/>
                    <a:pt x="553128" y="697611"/>
                    <a:pt x="553128" y="688848"/>
                  </a:cubicBezTo>
                  <a:lnTo>
                    <a:pt x="553128" y="625348"/>
                  </a:lnTo>
                  <a:cubicBezTo>
                    <a:pt x="553128" y="616585"/>
                    <a:pt x="560240" y="609473"/>
                    <a:pt x="569003" y="609473"/>
                  </a:cubicBezTo>
                  <a:cubicBezTo>
                    <a:pt x="577766" y="609473"/>
                    <a:pt x="584878" y="616585"/>
                    <a:pt x="584878" y="625348"/>
                  </a:cubicBezTo>
                  <a:close/>
                  <a:moveTo>
                    <a:pt x="584878" y="752348"/>
                  </a:moveTo>
                  <a:lnTo>
                    <a:pt x="584878" y="815848"/>
                  </a:lnTo>
                  <a:cubicBezTo>
                    <a:pt x="584878" y="824611"/>
                    <a:pt x="577766" y="831723"/>
                    <a:pt x="569003" y="831723"/>
                  </a:cubicBezTo>
                  <a:cubicBezTo>
                    <a:pt x="560240" y="831723"/>
                    <a:pt x="553128" y="824611"/>
                    <a:pt x="553128" y="815848"/>
                  </a:cubicBezTo>
                  <a:lnTo>
                    <a:pt x="553128" y="752348"/>
                  </a:lnTo>
                  <a:cubicBezTo>
                    <a:pt x="553128" y="743585"/>
                    <a:pt x="560240" y="736473"/>
                    <a:pt x="569003" y="736473"/>
                  </a:cubicBezTo>
                  <a:cubicBezTo>
                    <a:pt x="577766" y="736473"/>
                    <a:pt x="584878" y="743585"/>
                    <a:pt x="584878" y="752348"/>
                  </a:cubicBezTo>
                  <a:close/>
                  <a:moveTo>
                    <a:pt x="584878" y="879348"/>
                  </a:moveTo>
                  <a:lnTo>
                    <a:pt x="584878" y="942848"/>
                  </a:lnTo>
                  <a:cubicBezTo>
                    <a:pt x="584878" y="951611"/>
                    <a:pt x="577766" y="958723"/>
                    <a:pt x="569003" y="958723"/>
                  </a:cubicBezTo>
                  <a:cubicBezTo>
                    <a:pt x="560240" y="958723"/>
                    <a:pt x="553128" y="951611"/>
                    <a:pt x="553128" y="942848"/>
                  </a:cubicBezTo>
                  <a:lnTo>
                    <a:pt x="553128" y="879348"/>
                  </a:lnTo>
                  <a:cubicBezTo>
                    <a:pt x="553128" y="870585"/>
                    <a:pt x="560240" y="863473"/>
                    <a:pt x="569003" y="863473"/>
                  </a:cubicBezTo>
                  <a:cubicBezTo>
                    <a:pt x="577766" y="863473"/>
                    <a:pt x="584878" y="870585"/>
                    <a:pt x="584878" y="879348"/>
                  </a:cubicBezTo>
                  <a:close/>
                  <a:moveTo>
                    <a:pt x="584878" y="1006348"/>
                  </a:moveTo>
                  <a:lnTo>
                    <a:pt x="584878" y="1069848"/>
                  </a:lnTo>
                  <a:cubicBezTo>
                    <a:pt x="584878" y="1078611"/>
                    <a:pt x="577766" y="1085723"/>
                    <a:pt x="569003" y="1085723"/>
                  </a:cubicBezTo>
                  <a:cubicBezTo>
                    <a:pt x="560240" y="1085723"/>
                    <a:pt x="553128" y="1078611"/>
                    <a:pt x="553128" y="1069848"/>
                  </a:cubicBezTo>
                  <a:lnTo>
                    <a:pt x="553128" y="1006348"/>
                  </a:lnTo>
                  <a:cubicBezTo>
                    <a:pt x="553128" y="997585"/>
                    <a:pt x="560240" y="990473"/>
                    <a:pt x="569003" y="990473"/>
                  </a:cubicBezTo>
                  <a:cubicBezTo>
                    <a:pt x="577766" y="990473"/>
                    <a:pt x="584878" y="997585"/>
                    <a:pt x="584878" y="1006348"/>
                  </a:cubicBezTo>
                  <a:close/>
                  <a:moveTo>
                    <a:pt x="584878" y="1133348"/>
                  </a:moveTo>
                  <a:lnTo>
                    <a:pt x="584878" y="1196848"/>
                  </a:lnTo>
                  <a:cubicBezTo>
                    <a:pt x="584878" y="1205611"/>
                    <a:pt x="577766" y="1212723"/>
                    <a:pt x="569003" y="1212723"/>
                  </a:cubicBezTo>
                  <a:cubicBezTo>
                    <a:pt x="560240" y="1212723"/>
                    <a:pt x="553128" y="1205611"/>
                    <a:pt x="553128" y="1196848"/>
                  </a:cubicBezTo>
                  <a:lnTo>
                    <a:pt x="553128" y="1133348"/>
                  </a:lnTo>
                  <a:cubicBezTo>
                    <a:pt x="553128" y="1124585"/>
                    <a:pt x="560240" y="1117473"/>
                    <a:pt x="569003" y="1117473"/>
                  </a:cubicBezTo>
                  <a:cubicBezTo>
                    <a:pt x="577766" y="1117473"/>
                    <a:pt x="584878" y="1124585"/>
                    <a:pt x="584878" y="1133348"/>
                  </a:cubicBezTo>
                  <a:close/>
                  <a:moveTo>
                    <a:pt x="584878" y="1260348"/>
                  </a:moveTo>
                  <a:lnTo>
                    <a:pt x="584878" y="1323848"/>
                  </a:lnTo>
                  <a:cubicBezTo>
                    <a:pt x="584878" y="1332611"/>
                    <a:pt x="577766" y="1339723"/>
                    <a:pt x="569003" y="1339723"/>
                  </a:cubicBezTo>
                  <a:cubicBezTo>
                    <a:pt x="560240" y="1339723"/>
                    <a:pt x="553128" y="1332611"/>
                    <a:pt x="553128" y="1323848"/>
                  </a:cubicBezTo>
                  <a:lnTo>
                    <a:pt x="553128" y="1260348"/>
                  </a:lnTo>
                  <a:cubicBezTo>
                    <a:pt x="553128" y="1251585"/>
                    <a:pt x="560240" y="1244473"/>
                    <a:pt x="569003" y="1244473"/>
                  </a:cubicBezTo>
                  <a:cubicBezTo>
                    <a:pt x="577766" y="1244473"/>
                    <a:pt x="584878" y="1251585"/>
                    <a:pt x="584878" y="1260348"/>
                  </a:cubicBezTo>
                  <a:close/>
                  <a:moveTo>
                    <a:pt x="584878" y="1387348"/>
                  </a:moveTo>
                  <a:lnTo>
                    <a:pt x="584878" y="1450848"/>
                  </a:lnTo>
                  <a:cubicBezTo>
                    <a:pt x="584878" y="1459611"/>
                    <a:pt x="577766" y="1466723"/>
                    <a:pt x="569003" y="1466723"/>
                  </a:cubicBezTo>
                  <a:cubicBezTo>
                    <a:pt x="560240" y="1466723"/>
                    <a:pt x="553128" y="1459611"/>
                    <a:pt x="553128" y="1450848"/>
                  </a:cubicBezTo>
                  <a:lnTo>
                    <a:pt x="553128" y="1387348"/>
                  </a:lnTo>
                  <a:cubicBezTo>
                    <a:pt x="553128" y="1378585"/>
                    <a:pt x="560240" y="1371473"/>
                    <a:pt x="569003" y="1371473"/>
                  </a:cubicBezTo>
                  <a:cubicBezTo>
                    <a:pt x="577766" y="1371473"/>
                    <a:pt x="584878" y="1378585"/>
                    <a:pt x="584878" y="1387348"/>
                  </a:cubicBezTo>
                  <a:close/>
                  <a:moveTo>
                    <a:pt x="584878" y="1514348"/>
                  </a:moveTo>
                  <a:lnTo>
                    <a:pt x="584878" y="1577848"/>
                  </a:lnTo>
                  <a:cubicBezTo>
                    <a:pt x="584878" y="1586611"/>
                    <a:pt x="577766" y="1593723"/>
                    <a:pt x="569003" y="1593723"/>
                  </a:cubicBezTo>
                  <a:cubicBezTo>
                    <a:pt x="560240" y="1593723"/>
                    <a:pt x="553128" y="1586611"/>
                    <a:pt x="553128" y="1577848"/>
                  </a:cubicBezTo>
                  <a:lnTo>
                    <a:pt x="553128" y="1514348"/>
                  </a:lnTo>
                  <a:cubicBezTo>
                    <a:pt x="553128" y="1505585"/>
                    <a:pt x="560240" y="1498473"/>
                    <a:pt x="569003" y="1498473"/>
                  </a:cubicBezTo>
                  <a:cubicBezTo>
                    <a:pt x="577766" y="1498473"/>
                    <a:pt x="584878" y="1505585"/>
                    <a:pt x="584878" y="1514348"/>
                  </a:cubicBezTo>
                  <a:close/>
                  <a:moveTo>
                    <a:pt x="584878" y="1641348"/>
                  </a:moveTo>
                  <a:lnTo>
                    <a:pt x="584878" y="1704848"/>
                  </a:lnTo>
                  <a:cubicBezTo>
                    <a:pt x="584878" y="1713611"/>
                    <a:pt x="577766" y="1720723"/>
                    <a:pt x="569003" y="1720723"/>
                  </a:cubicBezTo>
                  <a:cubicBezTo>
                    <a:pt x="560240" y="1720723"/>
                    <a:pt x="553128" y="1713611"/>
                    <a:pt x="553128" y="1704848"/>
                  </a:cubicBezTo>
                  <a:lnTo>
                    <a:pt x="553128" y="1641348"/>
                  </a:lnTo>
                  <a:cubicBezTo>
                    <a:pt x="553128" y="1632585"/>
                    <a:pt x="560240" y="1625473"/>
                    <a:pt x="569003" y="1625473"/>
                  </a:cubicBezTo>
                  <a:cubicBezTo>
                    <a:pt x="577766" y="1625473"/>
                    <a:pt x="584878" y="1632585"/>
                    <a:pt x="584878" y="1641348"/>
                  </a:cubicBezTo>
                  <a:close/>
                  <a:moveTo>
                    <a:pt x="584878" y="1768348"/>
                  </a:moveTo>
                  <a:lnTo>
                    <a:pt x="584878" y="1831848"/>
                  </a:lnTo>
                  <a:cubicBezTo>
                    <a:pt x="584878" y="1840611"/>
                    <a:pt x="577766" y="1847723"/>
                    <a:pt x="569003" y="1847723"/>
                  </a:cubicBezTo>
                  <a:cubicBezTo>
                    <a:pt x="560240" y="1847723"/>
                    <a:pt x="553128" y="1840611"/>
                    <a:pt x="553128" y="1831848"/>
                  </a:cubicBezTo>
                  <a:lnTo>
                    <a:pt x="553128" y="1768348"/>
                  </a:lnTo>
                  <a:cubicBezTo>
                    <a:pt x="553128" y="1759585"/>
                    <a:pt x="560240" y="1752473"/>
                    <a:pt x="569003" y="1752473"/>
                  </a:cubicBezTo>
                  <a:cubicBezTo>
                    <a:pt x="577766" y="1752473"/>
                    <a:pt x="584878" y="1759585"/>
                    <a:pt x="584878" y="1768348"/>
                  </a:cubicBezTo>
                  <a:close/>
                  <a:moveTo>
                    <a:pt x="584878" y="1895348"/>
                  </a:moveTo>
                  <a:lnTo>
                    <a:pt x="584878" y="1958848"/>
                  </a:lnTo>
                  <a:cubicBezTo>
                    <a:pt x="584878" y="1967611"/>
                    <a:pt x="577766" y="1974723"/>
                    <a:pt x="569003" y="1974723"/>
                  </a:cubicBezTo>
                  <a:cubicBezTo>
                    <a:pt x="560240" y="1974723"/>
                    <a:pt x="553128" y="1967611"/>
                    <a:pt x="553128" y="1958848"/>
                  </a:cubicBezTo>
                  <a:lnTo>
                    <a:pt x="553128" y="1895348"/>
                  </a:lnTo>
                  <a:cubicBezTo>
                    <a:pt x="553128" y="1886585"/>
                    <a:pt x="560240" y="1879473"/>
                    <a:pt x="569003" y="1879473"/>
                  </a:cubicBezTo>
                  <a:cubicBezTo>
                    <a:pt x="577766" y="1879473"/>
                    <a:pt x="584878" y="1886585"/>
                    <a:pt x="584878" y="1895348"/>
                  </a:cubicBezTo>
                  <a:close/>
                  <a:moveTo>
                    <a:pt x="584878" y="2022348"/>
                  </a:moveTo>
                  <a:lnTo>
                    <a:pt x="584878" y="2085848"/>
                  </a:lnTo>
                  <a:cubicBezTo>
                    <a:pt x="584878" y="2094611"/>
                    <a:pt x="577766" y="2101723"/>
                    <a:pt x="569003" y="2101723"/>
                  </a:cubicBezTo>
                  <a:cubicBezTo>
                    <a:pt x="560240" y="2101723"/>
                    <a:pt x="553128" y="2094611"/>
                    <a:pt x="553128" y="2085848"/>
                  </a:cubicBezTo>
                  <a:lnTo>
                    <a:pt x="553128" y="2022348"/>
                  </a:lnTo>
                  <a:cubicBezTo>
                    <a:pt x="553128" y="2013585"/>
                    <a:pt x="560240" y="2006473"/>
                    <a:pt x="569003" y="2006473"/>
                  </a:cubicBezTo>
                  <a:cubicBezTo>
                    <a:pt x="577766" y="2006473"/>
                    <a:pt x="584878" y="2013585"/>
                    <a:pt x="584878" y="2022348"/>
                  </a:cubicBezTo>
                  <a:close/>
                  <a:moveTo>
                    <a:pt x="584878" y="2149348"/>
                  </a:moveTo>
                  <a:lnTo>
                    <a:pt x="584878" y="2212848"/>
                  </a:lnTo>
                  <a:cubicBezTo>
                    <a:pt x="584878" y="2221611"/>
                    <a:pt x="577766" y="2228723"/>
                    <a:pt x="569003" y="2228723"/>
                  </a:cubicBezTo>
                  <a:cubicBezTo>
                    <a:pt x="560240" y="2228723"/>
                    <a:pt x="553128" y="2221611"/>
                    <a:pt x="553128" y="2212848"/>
                  </a:cubicBezTo>
                  <a:lnTo>
                    <a:pt x="553128" y="2149348"/>
                  </a:lnTo>
                  <a:cubicBezTo>
                    <a:pt x="553128" y="2140585"/>
                    <a:pt x="560240" y="2133473"/>
                    <a:pt x="569003" y="2133473"/>
                  </a:cubicBezTo>
                  <a:cubicBezTo>
                    <a:pt x="577766" y="2133473"/>
                    <a:pt x="584878" y="2140585"/>
                    <a:pt x="584878" y="2149348"/>
                  </a:cubicBezTo>
                  <a:close/>
                  <a:moveTo>
                    <a:pt x="584878" y="2276348"/>
                  </a:moveTo>
                  <a:lnTo>
                    <a:pt x="584878" y="2339848"/>
                  </a:lnTo>
                  <a:cubicBezTo>
                    <a:pt x="584878" y="2348611"/>
                    <a:pt x="577766" y="2355723"/>
                    <a:pt x="569003" y="2355723"/>
                  </a:cubicBezTo>
                  <a:cubicBezTo>
                    <a:pt x="560240" y="2355723"/>
                    <a:pt x="553128" y="2348611"/>
                    <a:pt x="553128" y="2339848"/>
                  </a:cubicBezTo>
                  <a:lnTo>
                    <a:pt x="553128" y="2276348"/>
                  </a:lnTo>
                  <a:cubicBezTo>
                    <a:pt x="553128" y="2267585"/>
                    <a:pt x="560240" y="2260473"/>
                    <a:pt x="569003" y="2260473"/>
                  </a:cubicBezTo>
                  <a:cubicBezTo>
                    <a:pt x="577766" y="2260473"/>
                    <a:pt x="584878" y="2267585"/>
                    <a:pt x="584878" y="2276348"/>
                  </a:cubicBezTo>
                  <a:close/>
                  <a:moveTo>
                    <a:pt x="584878" y="2403348"/>
                  </a:moveTo>
                  <a:lnTo>
                    <a:pt x="584878" y="2466848"/>
                  </a:lnTo>
                  <a:cubicBezTo>
                    <a:pt x="584878" y="2475611"/>
                    <a:pt x="577766" y="2482723"/>
                    <a:pt x="569003" y="2482723"/>
                  </a:cubicBezTo>
                  <a:cubicBezTo>
                    <a:pt x="560240" y="2482723"/>
                    <a:pt x="553128" y="2475611"/>
                    <a:pt x="553128" y="2466848"/>
                  </a:cubicBezTo>
                  <a:lnTo>
                    <a:pt x="553128" y="2403348"/>
                  </a:lnTo>
                  <a:cubicBezTo>
                    <a:pt x="553128" y="2394585"/>
                    <a:pt x="560240" y="2387473"/>
                    <a:pt x="569003" y="2387473"/>
                  </a:cubicBezTo>
                  <a:cubicBezTo>
                    <a:pt x="577766" y="2387473"/>
                    <a:pt x="584878" y="2394585"/>
                    <a:pt x="584878" y="2403348"/>
                  </a:cubicBezTo>
                  <a:close/>
                  <a:moveTo>
                    <a:pt x="584878" y="2530348"/>
                  </a:moveTo>
                  <a:lnTo>
                    <a:pt x="584878" y="2593848"/>
                  </a:lnTo>
                  <a:cubicBezTo>
                    <a:pt x="584878" y="2602611"/>
                    <a:pt x="577766" y="2609723"/>
                    <a:pt x="569003" y="2609723"/>
                  </a:cubicBezTo>
                  <a:cubicBezTo>
                    <a:pt x="560240" y="2609723"/>
                    <a:pt x="553128" y="2602611"/>
                    <a:pt x="553128" y="2593848"/>
                  </a:cubicBezTo>
                  <a:lnTo>
                    <a:pt x="553128" y="2530348"/>
                  </a:lnTo>
                  <a:cubicBezTo>
                    <a:pt x="553128" y="2521585"/>
                    <a:pt x="560240" y="2514473"/>
                    <a:pt x="569003" y="2514473"/>
                  </a:cubicBezTo>
                  <a:cubicBezTo>
                    <a:pt x="577766" y="2514473"/>
                    <a:pt x="584878" y="2521585"/>
                    <a:pt x="584878" y="2530348"/>
                  </a:cubicBezTo>
                  <a:close/>
                  <a:moveTo>
                    <a:pt x="584878" y="2657348"/>
                  </a:moveTo>
                  <a:lnTo>
                    <a:pt x="584878" y="2720848"/>
                  </a:lnTo>
                  <a:cubicBezTo>
                    <a:pt x="584878" y="2729611"/>
                    <a:pt x="577766" y="2736723"/>
                    <a:pt x="569003" y="2736723"/>
                  </a:cubicBezTo>
                  <a:cubicBezTo>
                    <a:pt x="560240" y="2736723"/>
                    <a:pt x="553128" y="2729611"/>
                    <a:pt x="553128" y="2720848"/>
                  </a:cubicBezTo>
                  <a:lnTo>
                    <a:pt x="553128" y="2657348"/>
                  </a:lnTo>
                  <a:cubicBezTo>
                    <a:pt x="553128" y="2648585"/>
                    <a:pt x="560240" y="2641473"/>
                    <a:pt x="569003" y="2641473"/>
                  </a:cubicBezTo>
                  <a:cubicBezTo>
                    <a:pt x="577766" y="2641473"/>
                    <a:pt x="584878" y="2648585"/>
                    <a:pt x="584878" y="2657348"/>
                  </a:cubicBezTo>
                  <a:close/>
                  <a:moveTo>
                    <a:pt x="584878" y="2784348"/>
                  </a:moveTo>
                  <a:lnTo>
                    <a:pt x="584878" y="2847848"/>
                  </a:lnTo>
                  <a:cubicBezTo>
                    <a:pt x="584878" y="2856611"/>
                    <a:pt x="577766" y="2863723"/>
                    <a:pt x="569003" y="2863723"/>
                  </a:cubicBezTo>
                  <a:cubicBezTo>
                    <a:pt x="560240" y="2863723"/>
                    <a:pt x="553128" y="2856611"/>
                    <a:pt x="553128" y="2847848"/>
                  </a:cubicBezTo>
                  <a:lnTo>
                    <a:pt x="553128" y="2784348"/>
                  </a:lnTo>
                  <a:cubicBezTo>
                    <a:pt x="553128" y="2775585"/>
                    <a:pt x="560240" y="2768473"/>
                    <a:pt x="569003" y="2768473"/>
                  </a:cubicBezTo>
                  <a:cubicBezTo>
                    <a:pt x="577766" y="2768473"/>
                    <a:pt x="584878" y="2775585"/>
                    <a:pt x="584878" y="2784348"/>
                  </a:cubicBezTo>
                  <a:close/>
                  <a:moveTo>
                    <a:pt x="584878" y="2911348"/>
                  </a:moveTo>
                  <a:lnTo>
                    <a:pt x="584878" y="2974848"/>
                  </a:lnTo>
                  <a:cubicBezTo>
                    <a:pt x="584878" y="2983611"/>
                    <a:pt x="577766" y="2990723"/>
                    <a:pt x="569003" y="2990723"/>
                  </a:cubicBezTo>
                  <a:cubicBezTo>
                    <a:pt x="560240" y="2990723"/>
                    <a:pt x="553128" y="2983611"/>
                    <a:pt x="553128" y="2974848"/>
                  </a:cubicBezTo>
                  <a:lnTo>
                    <a:pt x="553128" y="2911348"/>
                  </a:lnTo>
                  <a:cubicBezTo>
                    <a:pt x="553128" y="2902585"/>
                    <a:pt x="560240" y="2895473"/>
                    <a:pt x="569003" y="2895473"/>
                  </a:cubicBezTo>
                  <a:cubicBezTo>
                    <a:pt x="577766" y="2895473"/>
                    <a:pt x="584878" y="2902585"/>
                    <a:pt x="584878" y="2911348"/>
                  </a:cubicBezTo>
                  <a:close/>
                  <a:moveTo>
                    <a:pt x="584878" y="3038348"/>
                  </a:moveTo>
                  <a:lnTo>
                    <a:pt x="584878" y="3101848"/>
                  </a:lnTo>
                  <a:cubicBezTo>
                    <a:pt x="584878" y="3110611"/>
                    <a:pt x="577766" y="3117723"/>
                    <a:pt x="569003" y="3117723"/>
                  </a:cubicBezTo>
                  <a:cubicBezTo>
                    <a:pt x="560240" y="3117723"/>
                    <a:pt x="553128" y="3110611"/>
                    <a:pt x="553128" y="3101848"/>
                  </a:cubicBezTo>
                  <a:lnTo>
                    <a:pt x="553128" y="3038348"/>
                  </a:lnTo>
                  <a:cubicBezTo>
                    <a:pt x="553128" y="3029585"/>
                    <a:pt x="560240" y="3022473"/>
                    <a:pt x="569003" y="3022473"/>
                  </a:cubicBezTo>
                  <a:cubicBezTo>
                    <a:pt x="577766" y="3022473"/>
                    <a:pt x="584878" y="3029585"/>
                    <a:pt x="584878" y="3038348"/>
                  </a:cubicBezTo>
                  <a:close/>
                  <a:moveTo>
                    <a:pt x="584878" y="3165348"/>
                  </a:moveTo>
                  <a:lnTo>
                    <a:pt x="584878" y="3228848"/>
                  </a:lnTo>
                  <a:cubicBezTo>
                    <a:pt x="584878" y="3237611"/>
                    <a:pt x="577766" y="3244723"/>
                    <a:pt x="569003" y="3244723"/>
                  </a:cubicBezTo>
                  <a:cubicBezTo>
                    <a:pt x="560240" y="3244723"/>
                    <a:pt x="553128" y="3237611"/>
                    <a:pt x="553128" y="3228848"/>
                  </a:cubicBezTo>
                  <a:lnTo>
                    <a:pt x="553128" y="3165348"/>
                  </a:lnTo>
                  <a:cubicBezTo>
                    <a:pt x="553128" y="3156585"/>
                    <a:pt x="560240" y="3149473"/>
                    <a:pt x="569003" y="3149473"/>
                  </a:cubicBezTo>
                  <a:cubicBezTo>
                    <a:pt x="577766" y="3149473"/>
                    <a:pt x="584878" y="3156585"/>
                    <a:pt x="584878" y="3165348"/>
                  </a:cubicBezTo>
                  <a:close/>
                  <a:moveTo>
                    <a:pt x="584878" y="3292348"/>
                  </a:moveTo>
                  <a:lnTo>
                    <a:pt x="584878" y="3355848"/>
                  </a:lnTo>
                  <a:cubicBezTo>
                    <a:pt x="584878" y="3364611"/>
                    <a:pt x="577766" y="3371723"/>
                    <a:pt x="569003" y="3371723"/>
                  </a:cubicBezTo>
                  <a:cubicBezTo>
                    <a:pt x="560240" y="3371723"/>
                    <a:pt x="553128" y="3364611"/>
                    <a:pt x="553128" y="3355848"/>
                  </a:cubicBezTo>
                  <a:lnTo>
                    <a:pt x="553128" y="3292348"/>
                  </a:lnTo>
                  <a:cubicBezTo>
                    <a:pt x="553128" y="3283585"/>
                    <a:pt x="560240" y="3276473"/>
                    <a:pt x="569003" y="3276473"/>
                  </a:cubicBezTo>
                  <a:cubicBezTo>
                    <a:pt x="577766" y="3276473"/>
                    <a:pt x="584878" y="3283585"/>
                    <a:pt x="584878" y="3292348"/>
                  </a:cubicBezTo>
                  <a:close/>
                  <a:moveTo>
                    <a:pt x="584878" y="3419348"/>
                  </a:moveTo>
                  <a:lnTo>
                    <a:pt x="584878" y="3482848"/>
                  </a:lnTo>
                  <a:cubicBezTo>
                    <a:pt x="584878" y="3491611"/>
                    <a:pt x="577766" y="3498723"/>
                    <a:pt x="569003" y="3498723"/>
                  </a:cubicBezTo>
                  <a:cubicBezTo>
                    <a:pt x="560240" y="3498723"/>
                    <a:pt x="553128" y="3491611"/>
                    <a:pt x="553128" y="3482848"/>
                  </a:cubicBezTo>
                  <a:lnTo>
                    <a:pt x="553128" y="3419348"/>
                  </a:lnTo>
                  <a:cubicBezTo>
                    <a:pt x="553128" y="3410585"/>
                    <a:pt x="560240" y="3403473"/>
                    <a:pt x="569003" y="3403473"/>
                  </a:cubicBezTo>
                  <a:cubicBezTo>
                    <a:pt x="577766" y="3403473"/>
                    <a:pt x="584878" y="3410585"/>
                    <a:pt x="584878" y="3419348"/>
                  </a:cubicBezTo>
                  <a:close/>
                  <a:moveTo>
                    <a:pt x="584878" y="3546348"/>
                  </a:moveTo>
                  <a:lnTo>
                    <a:pt x="584878" y="3609848"/>
                  </a:lnTo>
                  <a:cubicBezTo>
                    <a:pt x="584878" y="3618611"/>
                    <a:pt x="577766" y="3625723"/>
                    <a:pt x="569003" y="3625723"/>
                  </a:cubicBezTo>
                  <a:cubicBezTo>
                    <a:pt x="560240" y="3625723"/>
                    <a:pt x="553128" y="3618611"/>
                    <a:pt x="553128" y="3609848"/>
                  </a:cubicBezTo>
                  <a:lnTo>
                    <a:pt x="553128" y="3546348"/>
                  </a:lnTo>
                  <a:cubicBezTo>
                    <a:pt x="553128" y="3537585"/>
                    <a:pt x="560240" y="3530473"/>
                    <a:pt x="569003" y="3530473"/>
                  </a:cubicBezTo>
                  <a:cubicBezTo>
                    <a:pt x="577766" y="3530473"/>
                    <a:pt x="584878" y="3537585"/>
                    <a:pt x="584878" y="3546348"/>
                  </a:cubicBezTo>
                  <a:close/>
                  <a:moveTo>
                    <a:pt x="584878" y="3673348"/>
                  </a:moveTo>
                  <a:lnTo>
                    <a:pt x="584878" y="3736848"/>
                  </a:lnTo>
                  <a:cubicBezTo>
                    <a:pt x="584878" y="3745611"/>
                    <a:pt x="577766" y="3752723"/>
                    <a:pt x="569003" y="3752723"/>
                  </a:cubicBezTo>
                  <a:cubicBezTo>
                    <a:pt x="560240" y="3752723"/>
                    <a:pt x="553128" y="3745611"/>
                    <a:pt x="553128" y="3736848"/>
                  </a:cubicBezTo>
                  <a:lnTo>
                    <a:pt x="553128" y="3673348"/>
                  </a:lnTo>
                  <a:cubicBezTo>
                    <a:pt x="553128" y="3664585"/>
                    <a:pt x="560240" y="3657473"/>
                    <a:pt x="569003" y="3657473"/>
                  </a:cubicBezTo>
                  <a:cubicBezTo>
                    <a:pt x="577766" y="3657473"/>
                    <a:pt x="584878" y="3664585"/>
                    <a:pt x="584878" y="3673348"/>
                  </a:cubicBezTo>
                  <a:close/>
                  <a:moveTo>
                    <a:pt x="584878" y="3800348"/>
                  </a:moveTo>
                  <a:lnTo>
                    <a:pt x="584878" y="3863848"/>
                  </a:lnTo>
                  <a:cubicBezTo>
                    <a:pt x="584878" y="3872611"/>
                    <a:pt x="577766" y="3879723"/>
                    <a:pt x="569003" y="3879723"/>
                  </a:cubicBezTo>
                  <a:cubicBezTo>
                    <a:pt x="560240" y="3879723"/>
                    <a:pt x="553128" y="3872611"/>
                    <a:pt x="553128" y="3863848"/>
                  </a:cubicBezTo>
                  <a:lnTo>
                    <a:pt x="553128" y="3800348"/>
                  </a:lnTo>
                  <a:cubicBezTo>
                    <a:pt x="553128" y="3791585"/>
                    <a:pt x="560240" y="3784473"/>
                    <a:pt x="569003" y="3784473"/>
                  </a:cubicBezTo>
                  <a:cubicBezTo>
                    <a:pt x="577766" y="3784473"/>
                    <a:pt x="584878" y="3791585"/>
                    <a:pt x="584878" y="3800348"/>
                  </a:cubicBezTo>
                  <a:close/>
                  <a:moveTo>
                    <a:pt x="584878" y="3927348"/>
                  </a:moveTo>
                  <a:lnTo>
                    <a:pt x="584878" y="3990848"/>
                  </a:lnTo>
                  <a:cubicBezTo>
                    <a:pt x="584878" y="3999611"/>
                    <a:pt x="577766" y="4006723"/>
                    <a:pt x="569003" y="4006723"/>
                  </a:cubicBezTo>
                  <a:cubicBezTo>
                    <a:pt x="560240" y="4006723"/>
                    <a:pt x="553128" y="3999611"/>
                    <a:pt x="553128" y="3990848"/>
                  </a:cubicBezTo>
                  <a:lnTo>
                    <a:pt x="553128" y="3927348"/>
                  </a:lnTo>
                  <a:cubicBezTo>
                    <a:pt x="553128" y="3918585"/>
                    <a:pt x="560240" y="3911473"/>
                    <a:pt x="569003" y="3911473"/>
                  </a:cubicBezTo>
                  <a:cubicBezTo>
                    <a:pt x="577766" y="3911473"/>
                    <a:pt x="584878" y="3918585"/>
                    <a:pt x="584878" y="3927348"/>
                  </a:cubicBezTo>
                  <a:close/>
                  <a:moveTo>
                    <a:pt x="584878" y="4054348"/>
                  </a:moveTo>
                  <a:lnTo>
                    <a:pt x="584878" y="4117848"/>
                  </a:lnTo>
                  <a:cubicBezTo>
                    <a:pt x="584878" y="4126611"/>
                    <a:pt x="577766" y="4133723"/>
                    <a:pt x="569003" y="4133723"/>
                  </a:cubicBezTo>
                  <a:cubicBezTo>
                    <a:pt x="560240" y="4133723"/>
                    <a:pt x="553128" y="4126611"/>
                    <a:pt x="553128" y="4117848"/>
                  </a:cubicBezTo>
                  <a:lnTo>
                    <a:pt x="553128" y="4054348"/>
                  </a:lnTo>
                  <a:cubicBezTo>
                    <a:pt x="553128" y="4045585"/>
                    <a:pt x="560240" y="4038473"/>
                    <a:pt x="569003" y="4038473"/>
                  </a:cubicBezTo>
                  <a:cubicBezTo>
                    <a:pt x="577766" y="4038473"/>
                    <a:pt x="584878" y="4045585"/>
                    <a:pt x="584878" y="4054348"/>
                  </a:cubicBezTo>
                  <a:close/>
                  <a:moveTo>
                    <a:pt x="584878" y="4181348"/>
                  </a:moveTo>
                  <a:lnTo>
                    <a:pt x="584878" y="4244848"/>
                  </a:lnTo>
                  <a:cubicBezTo>
                    <a:pt x="584878" y="4253611"/>
                    <a:pt x="577766" y="4260723"/>
                    <a:pt x="569003" y="4260723"/>
                  </a:cubicBezTo>
                  <a:cubicBezTo>
                    <a:pt x="560240" y="4260723"/>
                    <a:pt x="553128" y="4253611"/>
                    <a:pt x="553128" y="4244848"/>
                  </a:cubicBezTo>
                  <a:lnTo>
                    <a:pt x="553128" y="4181348"/>
                  </a:lnTo>
                  <a:cubicBezTo>
                    <a:pt x="553128" y="4172585"/>
                    <a:pt x="560240" y="4165473"/>
                    <a:pt x="569003" y="4165473"/>
                  </a:cubicBezTo>
                  <a:cubicBezTo>
                    <a:pt x="577766" y="4165473"/>
                    <a:pt x="584878" y="4172585"/>
                    <a:pt x="584878" y="4181348"/>
                  </a:cubicBezTo>
                  <a:close/>
                  <a:moveTo>
                    <a:pt x="584878" y="4308348"/>
                  </a:moveTo>
                  <a:lnTo>
                    <a:pt x="584878" y="4371848"/>
                  </a:lnTo>
                  <a:cubicBezTo>
                    <a:pt x="584878" y="4380611"/>
                    <a:pt x="577766" y="4387723"/>
                    <a:pt x="569003" y="4387723"/>
                  </a:cubicBezTo>
                  <a:cubicBezTo>
                    <a:pt x="560240" y="4387723"/>
                    <a:pt x="553128" y="4380611"/>
                    <a:pt x="553128" y="4371848"/>
                  </a:cubicBezTo>
                  <a:lnTo>
                    <a:pt x="553128" y="4308348"/>
                  </a:lnTo>
                  <a:cubicBezTo>
                    <a:pt x="553128" y="4299585"/>
                    <a:pt x="560240" y="4292473"/>
                    <a:pt x="569003" y="4292473"/>
                  </a:cubicBezTo>
                  <a:cubicBezTo>
                    <a:pt x="577766" y="4292473"/>
                    <a:pt x="584878" y="4299585"/>
                    <a:pt x="584878" y="4308348"/>
                  </a:cubicBezTo>
                  <a:close/>
                  <a:moveTo>
                    <a:pt x="584878" y="4435348"/>
                  </a:moveTo>
                  <a:lnTo>
                    <a:pt x="584878" y="4498848"/>
                  </a:lnTo>
                  <a:cubicBezTo>
                    <a:pt x="584878" y="4507611"/>
                    <a:pt x="577766" y="4514723"/>
                    <a:pt x="569003" y="4514723"/>
                  </a:cubicBezTo>
                  <a:cubicBezTo>
                    <a:pt x="560240" y="4514723"/>
                    <a:pt x="553128" y="4507611"/>
                    <a:pt x="553128" y="4498848"/>
                  </a:cubicBezTo>
                  <a:lnTo>
                    <a:pt x="553128" y="4435348"/>
                  </a:lnTo>
                  <a:cubicBezTo>
                    <a:pt x="553128" y="4426585"/>
                    <a:pt x="560240" y="4419473"/>
                    <a:pt x="569003" y="4419473"/>
                  </a:cubicBezTo>
                  <a:cubicBezTo>
                    <a:pt x="577766" y="4419473"/>
                    <a:pt x="584878" y="4426585"/>
                    <a:pt x="584878" y="4435348"/>
                  </a:cubicBezTo>
                  <a:close/>
                  <a:moveTo>
                    <a:pt x="584878" y="4562348"/>
                  </a:moveTo>
                  <a:lnTo>
                    <a:pt x="584878" y="4625848"/>
                  </a:lnTo>
                  <a:cubicBezTo>
                    <a:pt x="584878" y="4634611"/>
                    <a:pt x="577766" y="4641723"/>
                    <a:pt x="569003" y="4641723"/>
                  </a:cubicBezTo>
                  <a:cubicBezTo>
                    <a:pt x="560240" y="4641723"/>
                    <a:pt x="553128" y="4634611"/>
                    <a:pt x="553128" y="4625848"/>
                  </a:cubicBezTo>
                  <a:lnTo>
                    <a:pt x="553128" y="4562348"/>
                  </a:lnTo>
                  <a:cubicBezTo>
                    <a:pt x="553128" y="4553585"/>
                    <a:pt x="560240" y="4546473"/>
                    <a:pt x="569003" y="4546473"/>
                  </a:cubicBezTo>
                  <a:cubicBezTo>
                    <a:pt x="577766" y="4546473"/>
                    <a:pt x="584878" y="4553585"/>
                    <a:pt x="584878" y="4562348"/>
                  </a:cubicBezTo>
                  <a:close/>
                  <a:moveTo>
                    <a:pt x="584878" y="4689348"/>
                  </a:moveTo>
                  <a:lnTo>
                    <a:pt x="584878" y="4752848"/>
                  </a:lnTo>
                  <a:cubicBezTo>
                    <a:pt x="584878" y="4761611"/>
                    <a:pt x="577766" y="4768723"/>
                    <a:pt x="569003" y="4768723"/>
                  </a:cubicBezTo>
                  <a:cubicBezTo>
                    <a:pt x="560240" y="4768723"/>
                    <a:pt x="553128" y="4761611"/>
                    <a:pt x="553128" y="4752848"/>
                  </a:cubicBezTo>
                  <a:lnTo>
                    <a:pt x="553128" y="4689348"/>
                  </a:lnTo>
                  <a:cubicBezTo>
                    <a:pt x="553128" y="4680585"/>
                    <a:pt x="560240" y="4673473"/>
                    <a:pt x="569003" y="4673473"/>
                  </a:cubicBezTo>
                  <a:cubicBezTo>
                    <a:pt x="577766" y="4673473"/>
                    <a:pt x="584878" y="4680585"/>
                    <a:pt x="584878" y="4689348"/>
                  </a:cubicBezTo>
                  <a:close/>
                  <a:moveTo>
                    <a:pt x="584878" y="4816348"/>
                  </a:moveTo>
                  <a:lnTo>
                    <a:pt x="584878" y="4879848"/>
                  </a:lnTo>
                  <a:cubicBezTo>
                    <a:pt x="584878" y="4888611"/>
                    <a:pt x="577766" y="4895723"/>
                    <a:pt x="569003" y="4895723"/>
                  </a:cubicBezTo>
                  <a:cubicBezTo>
                    <a:pt x="560240" y="4895723"/>
                    <a:pt x="553128" y="4888611"/>
                    <a:pt x="553128" y="4879848"/>
                  </a:cubicBezTo>
                  <a:lnTo>
                    <a:pt x="553128" y="4816348"/>
                  </a:lnTo>
                  <a:cubicBezTo>
                    <a:pt x="553128" y="4807585"/>
                    <a:pt x="560240" y="4800473"/>
                    <a:pt x="569003" y="4800473"/>
                  </a:cubicBezTo>
                  <a:cubicBezTo>
                    <a:pt x="577766" y="4800473"/>
                    <a:pt x="584878" y="4807585"/>
                    <a:pt x="584878" y="4816348"/>
                  </a:cubicBezTo>
                  <a:close/>
                  <a:moveTo>
                    <a:pt x="584878" y="4943348"/>
                  </a:moveTo>
                  <a:lnTo>
                    <a:pt x="584878" y="5006848"/>
                  </a:lnTo>
                  <a:cubicBezTo>
                    <a:pt x="584878" y="5015611"/>
                    <a:pt x="577766" y="5022723"/>
                    <a:pt x="569003" y="5022723"/>
                  </a:cubicBezTo>
                  <a:cubicBezTo>
                    <a:pt x="560240" y="5022723"/>
                    <a:pt x="553128" y="5015611"/>
                    <a:pt x="553128" y="5006848"/>
                  </a:cubicBezTo>
                  <a:lnTo>
                    <a:pt x="553128" y="4943348"/>
                  </a:lnTo>
                  <a:cubicBezTo>
                    <a:pt x="553128" y="4934585"/>
                    <a:pt x="560240" y="4927473"/>
                    <a:pt x="569003" y="4927473"/>
                  </a:cubicBezTo>
                  <a:cubicBezTo>
                    <a:pt x="577766" y="4927473"/>
                    <a:pt x="584878" y="4934585"/>
                    <a:pt x="584878" y="4943348"/>
                  </a:cubicBezTo>
                  <a:close/>
                  <a:moveTo>
                    <a:pt x="584878" y="5070348"/>
                  </a:moveTo>
                  <a:lnTo>
                    <a:pt x="584878" y="5133848"/>
                  </a:lnTo>
                  <a:cubicBezTo>
                    <a:pt x="584878" y="5142611"/>
                    <a:pt x="577766" y="5149723"/>
                    <a:pt x="569003" y="5149723"/>
                  </a:cubicBezTo>
                  <a:cubicBezTo>
                    <a:pt x="560240" y="5149723"/>
                    <a:pt x="553128" y="5142611"/>
                    <a:pt x="553128" y="5133848"/>
                  </a:cubicBezTo>
                  <a:lnTo>
                    <a:pt x="553128" y="5070348"/>
                  </a:lnTo>
                  <a:cubicBezTo>
                    <a:pt x="553128" y="5061585"/>
                    <a:pt x="560240" y="5054473"/>
                    <a:pt x="569003" y="5054473"/>
                  </a:cubicBezTo>
                  <a:cubicBezTo>
                    <a:pt x="577766" y="5054473"/>
                    <a:pt x="584878" y="5061585"/>
                    <a:pt x="584878" y="5070348"/>
                  </a:cubicBezTo>
                  <a:close/>
                  <a:moveTo>
                    <a:pt x="584878" y="5197348"/>
                  </a:moveTo>
                  <a:lnTo>
                    <a:pt x="584878" y="5260848"/>
                  </a:lnTo>
                  <a:cubicBezTo>
                    <a:pt x="584878" y="5269611"/>
                    <a:pt x="577766" y="5276723"/>
                    <a:pt x="569003" y="5276723"/>
                  </a:cubicBezTo>
                  <a:cubicBezTo>
                    <a:pt x="560240" y="5276723"/>
                    <a:pt x="553128" y="5269611"/>
                    <a:pt x="553128" y="5260848"/>
                  </a:cubicBezTo>
                  <a:lnTo>
                    <a:pt x="553128" y="5197348"/>
                  </a:lnTo>
                  <a:cubicBezTo>
                    <a:pt x="553128" y="5188585"/>
                    <a:pt x="560240" y="5181473"/>
                    <a:pt x="569003" y="5181473"/>
                  </a:cubicBezTo>
                  <a:cubicBezTo>
                    <a:pt x="577766" y="5181473"/>
                    <a:pt x="584878" y="5188585"/>
                    <a:pt x="584878" y="5197348"/>
                  </a:cubicBezTo>
                  <a:close/>
                  <a:moveTo>
                    <a:pt x="584878" y="5324348"/>
                  </a:moveTo>
                  <a:lnTo>
                    <a:pt x="584878" y="5387848"/>
                  </a:lnTo>
                  <a:cubicBezTo>
                    <a:pt x="584878" y="5396611"/>
                    <a:pt x="577766" y="5403723"/>
                    <a:pt x="569003" y="5403723"/>
                  </a:cubicBezTo>
                  <a:cubicBezTo>
                    <a:pt x="560240" y="5403723"/>
                    <a:pt x="553128" y="5396611"/>
                    <a:pt x="553128" y="5387848"/>
                  </a:cubicBezTo>
                  <a:lnTo>
                    <a:pt x="553128" y="5324348"/>
                  </a:lnTo>
                  <a:cubicBezTo>
                    <a:pt x="553128" y="5315585"/>
                    <a:pt x="560240" y="5308473"/>
                    <a:pt x="569003" y="5308473"/>
                  </a:cubicBezTo>
                  <a:cubicBezTo>
                    <a:pt x="577766" y="5308473"/>
                    <a:pt x="584878" y="5315585"/>
                    <a:pt x="584878" y="5324348"/>
                  </a:cubicBezTo>
                  <a:close/>
                  <a:moveTo>
                    <a:pt x="584878" y="5451348"/>
                  </a:moveTo>
                  <a:lnTo>
                    <a:pt x="584878" y="5514848"/>
                  </a:lnTo>
                  <a:cubicBezTo>
                    <a:pt x="584878" y="5523611"/>
                    <a:pt x="577766" y="5530723"/>
                    <a:pt x="569003" y="5530723"/>
                  </a:cubicBezTo>
                  <a:cubicBezTo>
                    <a:pt x="560240" y="5530723"/>
                    <a:pt x="553128" y="5523611"/>
                    <a:pt x="553128" y="5514848"/>
                  </a:cubicBezTo>
                  <a:lnTo>
                    <a:pt x="553128" y="5451348"/>
                  </a:lnTo>
                  <a:cubicBezTo>
                    <a:pt x="553128" y="5442585"/>
                    <a:pt x="560240" y="5435473"/>
                    <a:pt x="569003" y="5435473"/>
                  </a:cubicBezTo>
                  <a:cubicBezTo>
                    <a:pt x="577766" y="5435473"/>
                    <a:pt x="584878" y="5442585"/>
                    <a:pt x="584878" y="5451348"/>
                  </a:cubicBezTo>
                  <a:close/>
                  <a:moveTo>
                    <a:pt x="584878" y="5578348"/>
                  </a:moveTo>
                  <a:lnTo>
                    <a:pt x="584878" y="5641848"/>
                  </a:lnTo>
                  <a:cubicBezTo>
                    <a:pt x="584878" y="5650611"/>
                    <a:pt x="577766" y="5657723"/>
                    <a:pt x="569003" y="5657723"/>
                  </a:cubicBezTo>
                  <a:cubicBezTo>
                    <a:pt x="560240" y="5657723"/>
                    <a:pt x="553128" y="5650611"/>
                    <a:pt x="553128" y="5641848"/>
                  </a:cubicBezTo>
                  <a:lnTo>
                    <a:pt x="553128" y="5578348"/>
                  </a:lnTo>
                  <a:cubicBezTo>
                    <a:pt x="553128" y="5569585"/>
                    <a:pt x="560240" y="5562473"/>
                    <a:pt x="569003" y="5562473"/>
                  </a:cubicBezTo>
                  <a:cubicBezTo>
                    <a:pt x="577766" y="5562473"/>
                    <a:pt x="584878" y="5569585"/>
                    <a:pt x="584878" y="5578348"/>
                  </a:cubicBezTo>
                  <a:close/>
                  <a:moveTo>
                    <a:pt x="569003" y="5686552"/>
                  </a:moveTo>
                  <a:cubicBezTo>
                    <a:pt x="546397" y="5686552"/>
                    <a:pt x="524299" y="5684520"/>
                    <a:pt x="502963" y="5680837"/>
                  </a:cubicBezTo>
                  <a:cubicBezTo>
                    <a:pt x="494327" y="5679313"/>
                    <a:pt x="488612" y="5671058"/>
                    <a:pt x="490136" y="5662422"/>
                  </a:cubicBezTo>
                  <a:cubicBezTo>
                    <a:pt x="491660" y="5653786"/>
                    <a:pt x="499915" y="5648071"/>
                    <a:pt x="508551" y="5649595"/>
                  </a:cubicBezTo>
                  <a:cubicBezTo>
                    <a:pt x="527982" y="5653024"/>
                    <a:pt x="548302" y="5654802"/>
                    <a:pt x="569130" y="5654802"/>
                  </a:cubicBezTo>
                  <a:cubicBezTo>
                    <a:pt x="577893" y="5654802"/>
                    <a:pt x="585005" y="5661914"/>
                    <a:pt x="585005" y="5670677"/>
                  </a:cubicBezTo>
                  <a:cubicBezTo>
                    <a:pt x="585005" y="5679440"/>
                    <a:pt x="577893" y="5686552"/>
                    <a:pt x="569130" y="5686552"/>
                  </a:cubicBezTo>
                  <a:close/>
                </a:path>
              </a:pathLst>
            </a:custGeom>
            <a:solidFill>
              <a:srgbClr val="BFBFBF">
                <a:alpha val="75686"/>
              </a:srgbClr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8405" y="0"/>
              <a:ext cx="585005" cy="5686552"/>
            </a:xfrm>
            <a:custGeom>
              <a:avLst/>
              <a:gdLst/>
              <a:ahLst/>
              <a:cxnLst/>
              <a:rect l="l" t="t" r="r" b="b"/>
              <a:pathLst>
                <a:path w="585005" h="5686552">
                  <a:moveTo>
                    <a:pt x="438955" y="5663438"/>
                  </a:moveTo>
                  <a:cubicBezTo>
                    <a:pt x="417619" y="5655437"/>
                    <a:pt x="397680" y="5645404"/>
                    <a:pt x="379265" y="5633847"/>
                  </a:cubicBezTo>
                  <a:cubicBezTo>
                    <a:pt x="371899" y="5629148"/>
                    <a:pt x="369613" y="5619369"/>
                    <a:pt x="374312" y="5611876"/>
                  </a:cubicBezTo>
                  <a:cubicBezTo>
                    <a:pt x="379011" y="5604383"/>
                    <a:pt x="388790" y="5602224"/>
                    <a:pt x="396283" y="5606923"/>
                  </a:cubicBezTo>
                  <a:cubicBezTo>
                    <a:pt x="412793" y="5617337"/>
                    <a:pt x="430827" y="5626354"/>
                    <a:pt x="450131" y="5633593"/>
                  </a:cubicBezTo>
                  <a:cubicBezTo>
                    <a:pt x="458386" y="5636641"/>
                    <a:pt x="462450" y="5645785"/>
                    <a:pt x="459402" y="5654040"/>
                  </a:cubicBezTo>
                  <a:cubicBezTo>
                    <a:pt x="456354" y="5662295"/>
                    <a:pt x="447210" y="5666359"/>
                    <a:pt x="438955" y="5663311"/>
                  </a:cubicBezTo>
                  <a:close/>
                  <a:moveTo>
                    <a:pt x="327195" y="5591556"/>
                  </a:moveTo>
                  <a:cubicBezTo>
                    <a:pt x="311193" y="5575046"/>
                    <a:pt x="297604" y="5556758"/>
                    <a:pt x="287190" y="5536946"/>
                  </a:cubicBezTo>
                  <a:cubicBezTo>
                    <a:pt x="283126" y="5529199"/>
                    <a:pt x="286047" y="5519547"/>
                    <a:pt x="293794" y="5515483"/>
                  </a:cubicBezTo>
                  <a:cubicBezTo>
                    <a:pt x="301541" y="5511419"/>
                    <a:pt x="311193" y="5514340"/>
                    <a:pt x="315257" y="5522087"/>
                  </a:cubicBezTo>
                  <a:cubicBezTo>
                    <a:pt x="324274" y="5538978"/>
                    <a:pt x="335958" y="5554853"/>
                    <a:pt x="350055" y="5569458"/>
                  </a:cubicBezTo>
                  <a:cubicBezTo>
                    <a:pt x="356151" y="5575808"/>
                    <a:pt x="356024" y="5585841"/>
                    <a:pt x="349674" y="5591937"/>
                  </a:cubicBezTo>
                  <a:cubicBezTo>
                    <a:pt x="343324" y="5598033"/>
                    <a:pt x="333291" y="5597906"/>
                    <a:pt x="327195" y="5591556"/>
                  </a:cubicBezTo>
                  <a:close/>
                  <a:moveTo>
                    <a:pt x="265092" y="5472303"/>
                  </a:moveTo>
                  <a:cubicBezTo>
                    <a:pt x="263314" y="5461635"/>
                    <a:pt x="262425" y="5450713"/>
                    <a:pt x="262425" y="5439537"/>
                  </a:cubicBezTo>
                  <a:lnTo>
                    <a:pt x="278300" y="5439537"/>
                  </a:lnTo>
                  <a:lnTo>
                    <a:pt x="262425" y="5439537"/>
                  </a:lnTo>
                  <a:lnTo>
                    <a:pt x="262425" y="5406390"/>
                  </a:lnTo>
                  <a:cubicBezTo>
                    <a:pt x="262425" y="5397627"/>
                    <a:pt x="269537" y="5390515"/>
                    <a:pt x="278300" y="5390515"/>
                  </a:cubicBezTo>
                  <a:cubicBezTo>
                    <a:pt x="287063" y="5390515"/>
                    <a:pt x="294175" y="5397627"/>
                    <a:pt x="294175" y="5406390"/>
                  </a:cubicBezTo>
                  <a:lnTo>
                    <a:pt x="294175" y="5439664"/>
                  </a:lnTo>
                  <a:cubicBezTo>
                    <a:pt x="294175" y="5449062"/>
                    <a:pt x="294937" y="5458206"/>
                    <a:pt x="296461" y="5467223"/>
                  </a:cubicBezTo>
                  <a:cubicBezTo>
                    <a:pt x="297858" y="5475859"/>
                    <a:pt x="292016" y="5483987"/>
                    <a:pt x="283380" y="5485511"/>
                  </a:cubicBezTo>
                  <a:cubicBezTo>
                    <a:pt x="274744" y="5487035"/>
                    <a:pt x="266616" y="5481066"/>
                    <a:pt x="265092" y="5472430"/>
                  </a:cubicBezTo>
                  <a:close/>
                  <a:moveTo>
                    <a:pt x="262425" y="5342890"/>
                  </a:moveTo>
                  <a:lnTo>
                    <a:pt x="262425" y="5279390"/>
                  </a:lnTo>
                  <a:cubicBezTo>
                    <a:pt x="262425" y="5270627"/>
                    <a:pt x="269537" y="5263515"/>
                    <a:pt x="278300" y="5263515"/>
                  </a:cubicBezTo>
                  <a:cubicBezTo>
                    <a:pt x="287063" y="5263515"/>
                    <a:pt x="294175" y="5270627"/>
                    <a:pt x="294175" y="5279390"/>
                  </a:cubicBezTo>
                  <a:lnTo>
                    <a:pt x="294175" y="5342890"/>
                  </a:lnTo>
                  <a:cubicBezTo>
                    <a:pt x="294175" y="5351653"/>
                    <a:pt x="287063" y="5358765"/>
                    <a:pt x="278300" y="5358765"/>
                  </a:cubicBezTo>
                  <a:cubicBezTo>
                    <a:pt x="269537" y="5358765"/>
                    <a:pt x="262425" y="5351653"/>
                    <a:pt x="262425" y="5342890"/>
                  </a:cubicBezTo>
                  <a:close/>
                  <a:moveTo>
                    <a:pt x="262425" y="5215890"/>
                  </a:moveTo>
                  <a:lnTo>
                    <a:pt x="262425" y="5152390"/>
                  </a:lnTo>
                  <a:cubicBezTo>
                    <a:pt x="262425" y="5143627"/>
                    <a:pt x="269537" y="5136515"/>
                    <a:pt x="278300" y="5136515"/>
                  </a:cubicBezTo>
                  <a:cubicBezTo>
                    <a:pt x="287063" y="5136515"/>
                    <a:pt x="294175" y="5143627"/>
                    <a:pt x="294175" y="5152390"/>
                  </a:cubicBezTo>
                  <a:lnTo>
                    <a:pt x="294175" y="5215890"/>
                  </a:lnTo>
                  <a:cubicBezTo>
                    <a:pt x="294175" y="5224653"/>
                    <a:pt x="287063" y="5231765"/>
                    <a:pt x="278300" y="5231765"/>
                  </a:cubicBezTo>
                  <a:cubicBezTo>
                    <a:pt x="269537" y="5231765"/>
                    <a:pt x="262425" y="5224653"/>
                    <a:pt x="262425" y="5215890"/>
                  </a:cubicBezTo>
                  <a:close/>
                  <a:moveTo>
                    <a:pt x="262425" y="5088890"/>
                  </a:moveTo>
                  <a:lnTo>
                    <a:pt x="262425" y="5025390"/>
                  </a:lnTo>
                  <a:cubicBezTo>
                    <a:pt x="262425" y="5016627"/>
                    <a:pt x="269537" y="5009515"/>
                    <a:pt x="278300" y="5009515"/>
                  </a:cubicBezTo>
                  <a:cubicBezTo>
                    <a:pt x="287063" y="5009515"/>
                    <a:pt x="294175" y="5016627"/>
                    <a:pt x="294175" y="5025390"/>
                  </a:cubicBezTo>
                  <a:lnTo>
                    <a:pt x="294175" y="5088890"/>
                  </a:lnTo>
                  <a:cubicBezTo>
                    <a:pt x="294175" y="5097653"/>
                    <a:pt x="287063" y="5104765"/>
                    <a:pt x="278300" y="5104765"/>
                  </a:cubicBezTo>
                  <a:cubicBezTo>
                    <a:pt x="269537" y="5104765"/>
                    <a:pt x="262425" y="5097653"/>
                    <a:pt x="262425" y="5088890"/>
                  </a:cubicBezTo>
                  <a:close/>
                  <a:moveTo>
                    <a:pt x="262425" y="4961890"/>
                  </a:moveTo>
                  <a:lnTo>
                    <a:pt x="262425" y="4898390"/>
                  </a:lnTo>
                  <a:cubicBezTo>
                    <a:pt x="262425" y="4889627"/>
                    <a:pt x="269537" y="4882515"/>
                    <a:pt x="278300" y="4882515"/>
                  </a:cubicBezTo>
                  <a:cubicBezTo>
                    <a:pt x="287063" y="4882515"/>
                    <a:pt x="294175" y="4889627"/>
                    <a:pt x="294175" y="4898390"/>
                  </a:cubicBezTo>
                  <a:lnTo>
                    <a:pt x="294175" y="4961890"/>
                  </a:lnTo>
                  <a:cubicBezTo>
                    <a:pt x="294175" y="4970653"/>
                    <a:pt x="287063" y="4977765"/>
                    <a:pt x="278300" y="4977765"/>
                  </a:cubicBezTo>
                  <a:cubicBezTo>
                    <a:pt x="269537" y="4977765"/>
                    <a:pt x="262425" y="4970653"/>
                    <a:pt x="262425" y="4961890"/>
                  </a:cubicBezTo>
                  <a:close/>
                  <a:moveTo>
                    <a:pt x="262425" y="4834890"/>
                  </a:moveTo>
                  <a:lnTo>
                    <a:pt x="262425" y="4771390"/>
                  </a:lnTo>
                  <a:cubicBezTo>
                    <a:pt x="262425" y="4762627"/>
                    <a:pt x="269537" y="4755515"/>
                    <a:pt x="278300" y="4755515"/>
                  </a:cubicBezTo>
                  <a:cubicBezTo>
                    <a:pt x="287063" y="4755515"/>
                    <a:pt x="294175" y="4762627"/>
                    <a:pt x="294175" y="4771390"/>
                  </a:cubicBezTo>
                  <a:lnTo>
                    <a:pt x="294175" y="4834890"/>
                  </a:lnTo>
                  <a:cubicBezTo>
                    <a:pt x="294175" y="4843653"/>
                    <a:pt x="287063" y="4850765"/>
                    <a:pt x="278300" y="4850765"/>
                  </a:cubicBezTo>
                  <a:cubicBezTo>
                    <a:pt x="269537" y="4850765"/>
                    <a:pt x="262425" y="4843653"/>
                    <a:pt x="262425" y="4834890"/>
                  </a:cubicBezTo>
                  <a:close/>
                  <a:moveTo>
                    <a:pt x="262425" y="4707890"/>
                  </a:moveTo>
                  <a:lnTo>
                    <a:pt x="262425" y="4644390"/>
                  </a:lnTo>
                  <a:cubicBezTo>
                    <a:pt x="262425" y="4635627"/>
                    <a:pt x="269537" y="4628515"/>
                    <a:pt x="278300" y="4628515"/>
                  </a:cubicBezTo>
                  <a:cubicBezTo>
                    <a:pt x="287063" y="4628515"/>
                    <a:pt x="294175" y="4635627"/>
                    <a:pt x="294175" y="4644390"/>
                  </a:cubicBezTo>
                  <a:lnTo>
                    <a:pt x="294175" y="4707890"/>
                  </a:lnTo>
                  <a:cubicBezTo>
                    <a:pt x="294175" y="4716653"/>
                    <a:pt x="287063" y="4723765"/>
                    <a:pt x="278300" y="4723765"/>
                  </a:cubicBezTo>
                  <a:cubicBezTo>
                    <a:pt x="269537" y="4723765"/>
                    <a:pt x="262425" y="4716653"/>
                    <a:pt x="262425" y="4707890"/>
                  </a:cubicBezTo>
                  <a:close/>
                  <a:moveTo>
                    <a:pt x="262425" y="4580890"/>
                  </a:moveTo>
                  <a:lnTo>
                    <a:pt x="262425" y="4517390"/>
                  </a:lnTo>
                  <a:cubicBezTo>
                    <a:pt x="262425" y="4508627"/>
                    <a:pt x="269537" y="4501515"/>
                    <a:pt x="278300" y="4501515"/>
                  </a:cubicBezTo>
                  <a:cubicBezTo>
                    <a:pt x="287063" y="4501515"/>
                    <a:pt x="294175" y="4508627"/>
                    <a:pt x="294175" y="4517390"/>
                  </a:cubicBezTo>
                  <a:lnTo>
                    <a:pt x="294175" y="4580890"/>
                  </a:lnTo>
                  <a:cubicBezTo>
                    <a:pt x="294175" y="4589653"/>
                    <a:pt x="287063" y="4596765"/>
                    <a:pt x="278300" y="4596765"/>
                  </a:cubicBezTo>
                  <a:cubicBezTo>
                    <a:pt x="269537" y="4596765"/>
                    <a:pt x="262425" y="4589653"/>
                    <a:pt x="262425" y="4580890"/>
                  </a:cubicBezTo>
                  <a:close/>
                  <a:moveTo>
                    <a:pt x="262425" y="4453890"/>
                  </a:moveTo>
                  <a:lnTo>
                    <a:pt x="262425" y="4390390"/>
                  </a:lnTo>
                  <a:cubicBezTo>
                    <a:pt x="262425" y="4381627"/>
                    <a:pt x="269537" y="4374515"/>
                    <a:pt x="278300" y="4374515"/>
                  </a:cubicBezTo>
                  <a:cubicBezTo>
                    <a:pt x="287063" y="4374515"/>
                    <a:pt x="294175" y="4381627"/>
                    <a:pt x="294175" y="4390390"/>
                  </a:cubicBezTo>
                  <a:lnTo>
                    <a:pt x="294175" y="4453890"/>
                  </a:lnTo>
                  <a:cubicBezTo>
                    <a:pt x="294175" y="4462653"/>
                    <a:pt x="287063" y="4469765"/>
                    <a:pt x="278300" y="4469765"/>
                  </a:cubicBezTo>
                  <a:cubicBezTo>
                    <a:pt x="269537" y="4469765"/>
                    <a:pt x="262425" y="4462653"/>
                    <a:pt x="262425" y="4453890"/>
                  </a:cubicBezTo>
                  <a:close/>
                  <a:moveTo>
                    <a:pt x="262425" y="4326890"/>
                  </a:moveTo>
                  <a:lnTo>
                    <a:pt x="262425" y="4263390"/>
                  </a:lnTo>
                  <a:cubicBezTo>
                    <a:pt x="262425" y="4254627"/>
                    <a:pt x="269537" y="4247515"/>
                    <a:pt x="278300" y="4247515"/>
                  </a:cubicBezTo>
                  <a:cubicBezTo>
                    <a:pt x="287063" y="4247515"/>
                    <a:pt x="294175" y="4254627"/>
                    <a:pt x="294175" y="4263390"/>
                  </a:cubicBezTo>
                  <a:lnTo>
                    <a:pt x="294175" y="4326890"/>
                  </a:lnTo>
                  <a:cubicBezTo>
                    <a:pt x="294175" y="4335653"/>
                    <a:pt x="287063" y="4342765"/>
                    <a:pt x="278300" y="4342765"/>
                  </a:cubicBezTo>
                  <a:cubicBezTo>
                    <a:pt x="269537" y="4342765"/>
                    <a:pt x="262425" y="4335653"/>
                    <a:pt x="262425" y="4326890"/>
                  </a:cubicBezTo>
                  <a:close/>
                  <a:moveTo>
                    <a:pt x="262425" y="4199890"/>
                  </a:moveTo>
                  <a:lnTo>
                    <a:pt x="262425" y="4136390"/>
                  </a:lnTo>
                  <a:cubicBezTo>
                    <a:pt x="262425" y="4127627"/>
                    <a:pt x="269537" y="4120515"/>
                    <a:pt x="278300" y="4120515"/>
                  </a:cubicBezTo>
                  <a:cubicBezTo>
                    <a:pt x="287063" y="4120515"/>
                    <a:pt x="294175" y="4127627"/>
                    <a:pt x="294175" y="4136390"/>
                  </a:cubicBezTo>
                  <a:lnTo>
                    <a:pt x="294175" y="4199890"/>
                  </a:lnTo>
                  <a:cubicBezTo>
                    <a:pt x="294175" y="4208653"/>
                    <a:pt x="287063" y="4215765"/>
                    <a:pt x="278300" y="4215765"/>
                  </a:cubicBezTo>
                  <a:cubicBezTo>
                    <a:pt x="269537" y="4215765"/>
                    <a:pt x="262425" y="4208653"/>
                    <a:pt x="262425" y="4199890"/>
                  </a:cubicBezTo>
                  <a:close/>
                  <a:moveTo>
                    <a:pt x="262425" y="4072890"/>
                  </a:moveTo>
                  <a:lnTo>
                    <a:pt x="262425" y="4009390"/>
                  </a:lnTo>
                  <a:cubicBezTo>
                    <a:pt x="262425" y="4000627"/>
                    <a:pt x="269537" y="3993515"/>
                    <a:pt x="278300" y="3993515"/>
                  </a:cubicBezTo>
                  <a:cubicBezTo>
                    <a:pt x="287063" y="3993515"/>
                    <a:pt x="294175" y="4000627"/>
                    <a:pt x="294175" y="4009390"/>
                  </a:cubicBezTo>
                  <a:lnTo>
                    <a:pt x="294175" y="4072890"/>
                  </a:lnTo>
                  <a:cubicBezTo>
                    <a:pt x="294175" y="4081653"/>
                    <a:pt x="287063" y="4088765"/>
                    <a:pt x="278300" y="4088765"/>
                  </a:cubicBezTo>
                  <a:cubicBezTo>
                    <a:pt x="269537" y="4088765"/>
                    <a:pt x="262425" y="4081653"/>
                    <a:pt x="262425" y="4072890"/>
                  </a:cubicBezTo>
                  <a:close/>
                  <a:moveTo>
                    <a:pt x="262425" y="3945890"/>
                  </a:moveTo>
                  <a:lnTo>
                    <a:pt x="262425" y="3882390"/>
                  </a:lnTo>
                  <a:cubicBezTo>
                    <a:pt x="262425" y="3873627"/>
                    <a:pt x="269537" y="3866515"/>
                    <a:pt x="278300" y="3866515"/>
                  </a:cubicBezTo>
                  <a:cubicBezTo>
                    <a:pt x="287063" y="3866515"/>
                    <a:pt x="294175" y="3873627"/>
                    <a:pt x="294175" y="3882390"/>
                  </a:cubicBezTo>
                  <a:lnTo>
                    <a:pt x="294175" y="3945890"/>
                  </a:lnTo>
                  <a:cubicBezTo>
                    <a:pt x="294175" y="3954653"/>
                    <a:pt x="287063" y="3961765"/>
                    <a:pt x="278300" y="3961765"/>
                  </a:cubicBezTo>
                  <a:cubicBezTo>
                    <a:pt x="269537" y="3961765"/>
                    <a:pt x="262425" y="3954653"/>
                    <a:pt x="262425" y="3945890"/>
                  </a:cubicBezTo>
                  <a:close/>
                  <a:moveTo>
                    <a:pt x="262425" y="3818890"/>
                  </a:moveTo>
                  <a:lnTo>
                    <a:pt x="262425" y="3755390"/>
                  </a:lnTo>
                  <a:cubicBezTo>
                    <a:pt x="262425" y="3746627"/>
                    <a:pt x="269537" y="3739515"/>
                    <a:pt x="278300" y="3739515"/>
                  </a:cubicBezTo>
                  <a:cubicBezTo>
                    <a:pt x="287063" y="3739515"/>
                    <a:pt x="294175" y="3746627"/>
                    <a:pt x="294175" y="3755390"/>
                  </a:cubicBezTo>
                  <a:lnTo>
                    <a:pt x="294175" y="3818890"/>
                  </a:lnTo>
                  <a:cubicBezTo>
                    <a:pt x="294175" y="3827653"/>
                    <a:pt x="287063" y="3834765"/>
                    <a:pt x="278300" y="3834765"/>
                  </a:cubicBezTo>
                  <a:cubicBezTo>
                    <a:pt x="269537" y="3834765"/>
                    <a:pt x="262425" y="3827653"/>
                    <a:pt x="262425" y="3818890"/>
                  </a:cubicBezTo>
                  <a:close/>
                  <a:moveTo>
                    <a:pt x="262425" y="3691890"/>
                  </a:moveTo>
                  <a:lnTo>
                    <a:pt x="262425" y="3628390"/>
                  </a:lnTo>
                  <a:cubicBezTo>
                    <a:pt x="262425" y="3619627"/>
                    <a:pt x="269537" y="3612515"/>
                    <a:pt x="278300" y="3612515"/>
                  </a:cubicBezTo>
                  <a:cubicBezTo>
                    <a:pt x="287063" y="3612515"/>
                    <a:pt x="294175" y="3619627"/>
                    <a:pt x="294175" y="3628390"/>
                  </a:cubicBezTo>
                  <a:lnTo>
                    <a:pt x="294175" y="3691890"/>
                  </a:lnTo>
                  <a:cubicBezTo>
                    <a:pt x="294175" y="3700653"/>
                    <a:pt x="287063" y="3707765"/>
                    <a:pt x="278300" y="3707765"/>
                  </a:cubicBezTo>
                  <a:cubicBezTo>
                    <a:pt x="269537" y="3707765"/>
                    <a:pt x="262425" y="3700653"/>
                    <a:pt x="262425" y="3691890"/>
                  </a:cubicBezTo>
                  <a:close/>
                  <a:moveTo>
                    <a:pt x="262425" y="3564890"/>
                  </a:moveTo>
                  <a:lnTo>
                    <a:pt x="262425" y="3501390"/>
                  </a:lnTo>
                  <a:cubicBezTo>
                    <a:pt x="262425" y="3492627"/>
                    <a:pt x="269537" y="3485515"/>
                    <a:pt x="278300" y="3485515"/>
                  </a:cubicBezTo>
                  <a:cubicBezTo>
                    <a:pt x="287063" y="3485515"/>
                    <a:pt x="294175" y="3492627"/>
                    <a:pt x="294175" y="3501390"/>
                  </a:cubicBezTo>
                  <a:lnTo>
                    <a:pt x="294175" y="3564890"/>
                  </a:lnTo>
                  <a:cubicBezTo>
                    <a:pt x="294175" y="3573653"/>
                    <a:pt x="287063" y="3580765"/>
                    <a:pt x="278300" y="3580765"/>
                  </a:cubicBezTo>
                  <a:cubicBezTo>
                    <a:pt x="269537" y="3580765"/>
                    <a:pt x="262425" y="3573653"/>
                    <a:pt x="262425" y="3564890"/>
                  </a:cubicBezTo>
                  <a:close/>
                  <a:moveTo>
                    <a:pt x="262425" y="3437890"/>
                  </a:moveTo>
                  <a:lnTo>
                    <a:pt x="262425" y="3374390"/>
                  </a:lnTo>
                  <a:cubicBezTo>
                    <a:pt x="262425" y="3365627"/>
                    <a:pt x="269537" y="3358515"/>
                    <a:pt x="278300" y="3358515"/>
                  </a:cubicBezTo>
                  <a:cubicBezTo>
                    <a:pt x="287063" y="3358515"/>
                    <a:pt x="294175" y="3365627"/>
                    <a:pt x="294175" y="3374390"/>
                  </a:cubicBezTo>
                  <a:lnTo>
                    <a:pt x="294175" y="3437890"/>
                  </a:lnTo>
                  <a:cubicBezTo>
                    <a:pt x="294175" y="3446653"/>
                    <a:pt x="287063" y="3453765"/>
                    <a:pt x="278300" y="3453765"/>
                  </a:cubicBezTo>
                  <a:cubicBezTo>
                    <a:pt x="269537" y="3453765"/>
                    <a:pt x="262425" y="3446653"/>
                    <a:pt x="262425" y="3437890"/>
                  </a:cubicBezTo>
                  <a:close/>
                  <a:moveTo>
                    <a:pt x="262425" y="3310890"/>
                  </a:moveTo>
                  <a:lnTo>
                    <a:pt x="262425" y="3247390"/>
                  </a:lnTo>
                  <a:cubicBezTo>
                    <a:pt x="262425" y="3238627"/>
                    <a:pt x="269537" y="3231515"/>
                    <a:pt x="278300" y="3231515"/>
                  </a:cubicBezTo>
                  <a:cubicBezTo>
                    <a:pt x="287063" y="3231515"/>
                    <a:pt x="294175" y="3238627"/>
                    <a:pt x="294175" y="3247390"/>
                  </a:cubicBezTo>
                  <a:lnTo>
                    <a:pt x="294175" y="3310890"/>
                  </a:lnTo>
                  <a:cubicBezTo>
                    <a:pt x="294175" y="3319653"/>
                    <a:pt x="287063" y="3326765"/>
                    <a:pt x="278300" y="3326765"/>
                  </a:cubicBezTo>
                  <a:cubicBezTo>
                    <a:pt x="269537" y="3326765"/>
                    <a:pt x="262425" y="3319653"/>
                    <a:pt x="262425" y="3310890"/>
                  </a:cubicBezTo>
                  <a:close/>
                  <a:moveTo>
                    <a:pt x="262425" y="3183890"/>
                  </a:moveTo>
                  <a:lnTo>
                    <a:pt x="262425" y="3120390"/>
                  </a:lnTo>
                  <a:cubicBezTo>
                    <a:pt x="262425" y="3111627"/>
                    <a:pt x="269537" y="3104515"/>
                    <a:pt x="278300" y="3104515"/>
                  </a:cubicBezTo>
                  <a:cubicBezTo>
                    <a:pt x="287063" y="3104515"/>
                    <a:pt x="294175" y="3111627"/>
                    <a:pt x="294175" y="3120390"/>
                  </a:cubicBezTo>
                  <a:lnTo>
                    <a:pt x="294175" y="3183890"/>
                  </a:lnTo>
                  <a:cubicBezTo>
                    <a:pt x="294175" y="3192653"/>
                    <a:pt x="287063" y="3199765"/>
                    <a:pt x="278300" y="3199765"/>
                  </a:cubicBezTo>
                  <a:cubicBezTo>
                    <a:pt x="269537" y="3199765"/>
                    <a:pt x="262425" y="3192653"/>
                    <a:pt x="262425" y="3183890"/>
                  </a:cubicBezTo>
                  <a:close/>
                  <a:moveTo>
                    <a:pt x="262425" y="3056890"/>
                  </a:moveTo>
                  <a:lnTo>
                    <a:pt x="262425" y="2993390"/>
                  </a:lnTo>
                  <a:cubicBezTo>
                    <a:pt x="262425" y="2984627"/>
                    <a:pt x="269537" y="2977515"/>
                    <a:pt x="278300" y="2977515"/>
                  </a:cubicBezTo>
                  <a:cubicBezTo>
                    <a:pt x="287063" y="2977515"/>
                    <a:pt x="294175" y="2984627"/>
                    <a:pt x="294175" y="2993390"/>
                  </a:cubicBezTo>
                  <a:lnTo>
                    <a:pt x="294175" y="3056890"/>
                  </a:lnTo>
                  <a:cubicBezTo>
                    <a:pt x="294175" y="3065653"/>
                    <a:pt x="287063" y="3072765"/>
                    <a:pt x="278300" y="3072765"/>
                  </a:cubicBezTo>
                  <a:cubicBezTo>
                    <a:pt x="269537" y="3072765"/>
                    <a:pt x="262425" y="3065653"/>
                    <a:pt x="262425" y="3056890"/>
                  </a:cubicBezTo>
                  <a:close/>
                  <a:moveTo>
                    <a:pt x="262425" y="2929890"/>
                  </a:moveTo>
                  <a:lnTo>
                    <a:pt x="262425" y="2866390"/>
                  </a:lnTo>
                  <a:cubicBezTo>
                    <a:pt x="262425" y="2857627"/>
                    <a:pt x="269537" y="2850515"/>
                    <a:pt x="278300" y="2850515"/>
                  </a:cubicBezTo>
                  <a:cubicBezTo>
                    <a:pt x="287063" y="2850515"/>
                    <a:pt x="294175" y="2857627"/>
                    <a:pt x="294175" y="2866390"/>
                  </a:cubicBezTo>
                  <a:lnTo>
                    <a:pt x="294175" y="2929890"/>
                  </a:lnTo>
                  <a:cubicBezTo>
                    <a:pt x="294175" y="2938653"/>
                    <a:pt x="287063" y="2945765"/>
                    <a:pt x="278300" y="2945765"/>
                  </a:cubicBezTo>
                  <a:cubicBezTo>
                    <a:pt x="269537" y="2945765"/>
                    <a:pt x="262425" y="2938653"/>
                    <a:pt x="262425" y="2929890"/>
                  </a:cubicBezTo>
                  <a:close/>
                  <a:moveTo>
                    <a:pt x="262425" y="2802890"/>
                  </a:moveTo>
                  <a:lnTo>
                    <a:pt x="262425" y="2739390"/>
                  </a:lnTo>
                  <a:cubicBezTo>
                    <a:pt x="262425" y="2730627"/>
                    <a:pt x="269537" y="2723515"/>
                    <a:pt x="278300" y="2723515"/>
                  </a:cubicBezTo>
                  <a:cubicBezTo>
                    <a:pt x="287063" y="2723515"/>
                    <a:pt x="294175" y="2730627"/>
                    <a:pt x="294175" y="2739390"/>
                  </a:cubicBezTo>
                  <a:lnTo>
                    <a:pt x="294175" y="2802890"/>
                  </a:lnTo>
                  <a:cubicBezTo>
                    <a:pt x="294175" y="2811653"/>
                    <a:pt x="287063" y="2818765"/>
                    <a:pt x="278300" y="2818765"/>
                  </a:cubicBezTo>
                  <a:cubicBezTo>
                    <a:pt x="269537" y="2818765"/>
                    <a:pt x="262425" y="2811653"/>
                    <a:pt x="262425" y="2802890"/>
                  </a:cubicBezTo>
                  <a:close/>
                  <a:moveTo>
                    <a:pt x="262425" y="2675890"/>
                  </a:moveTo>
                  <a:lnTo>
                    <a:pt x="262425" y="2612390"/>
                  </a:lnTo>
                  <a:cubicBezTo>
                    <a:pt x="262425" y="2603627"/>
                    <a:pt x="269537" y="2596515"/>
                    <a:pt x="278300" y="2596515"/>
                  </a:cubicBezTo>
                  <a:cubicBezTo>
                    <a:pt x="287063" y="2596515"/>
                    <a:pt x="294175" y="2603627"/>
                    <a:pt x="294175" y="2612390"/>
                  </a:cubicBezTo>
                  <a:lnTo>
                    <a:pt x="294175" y="2675890"/>
                  </a:lnTo>
                  <a:cubicBezTo>
                    <a:pt x="294175" y="2684653"/>
                    <a:pt x="287063" y="2691765"/>
                    <a:pt x="278300" y="2691765"/>
                  </a:cubicBezTo>
                  <a:cubicBezTo>
                    <a:pt x="269537" y="2691765"/>
                    <a:pt x="262425" y="2684653"/>
                    <a:pt x="262425" y="2675890"/>
                  </a:cubicBezTo>
                  <a:close/>
                  <a:moveTo>
                    <a:pt x="262425" y="2548890"/>
                  </a:moveTo>
                  <a:lnTo>
                    <a:pt x="262425" y="2485390"/>
                  </a:lnTo>
                  <a:cubicBezTo>
                    <a:pt x="262425" y="2476627"/>
                    <a:pt x="269537" y="2469515"/>
                    <a:pt x="278300" y="2469515"/>
                  </a:cubicBezTo>
                  <a:cubicBezTo>
                    <a:pt x="287063" y="2469515"/>
                    <a:pt x="294175" y="2476627"/>
                    <a:pt x="294175" y="2485390"/>
                  </a:cubicBezTo>
                  <a:lnTo>
                    <a:pt x="294175" y="2548890"/>
                  </a:lnTo>
                  <a:cubicBezTo>
                    <a:pt x="294175" y="2557653"/>
                    <a:pt x="287063" y="2564765"/>
                    <a:pt x="278300" y="2564765"/>
                  </a:cubicBezTo>
                  <a:cubicBezTo>
                    <a:pt x="269537" y="2564765"/>
                    <a:pt x="262425" y="2557653"/>
                    <a:pt x="262425" y="2548890"/>
                  </a:cubicBezTo>
                  <a:close/>
                  <a:moveTo>
                    <a:pt x="262425" y="2421890"/>
                  </a:moveTo>
                  <a:lnTo>
                    <a:pt x="262425" y="2358390"/>
                  </a:lnTo>
                  <a:cubicBezTo>
                    <a:pt x="262425" y="2349627"/>
                    <a:pt x="269537" y="2342515"/>
                    <a:pt x="278300" y="2342515"/>
                  </a:cubicBezTo>
                  <a:cubicBezTo>
                    <a:pt x="287063" y="2342515"/>
                    <a:pt x="294175" y="2349627"/>
                    <a:pt x="294175" y="2358390"/>
                  </a:cubicBezTo>
                  <a:lnTo>
                    <a:pt x="294175" y="2421890"/>
                  </a:lnTo>
                  <a:cubicBezTo>
                    <a:pt x="294175" y="2430653"/>
                    <a:pt x="287063" y="2437765"/>
                    <a:pt x="278300" y="2437765"/>
                  </a:cubicBezTo>
                  <a:cubicBezTo>
                    <a:pt x="269537" y="2437765"/>
                    <a:pt x="262425" y="2430653"/>
                    <a:pt x="262425" y="2421890"/>
                  </a:cubicBezTo>
                  <a:close/>
                  <a:moveTo>
                    <a:pt x="262425" y="2294890"/>
                  </a:moveTo>
                  <a:lnTo>
                    <a:pt x="262425" y="2231390"/>
                  </a:lnTo>
                  <a:cubicBezTo>
                    <a:pt x="262425" y="2222627"/>
                    <a:pt x="269537" y="2215515"/>
                    <a:pt x="278300" y="2215515"/>
                  </a:cubicBezTo>
                  <a:cubicBezTo>
                    <a:pt x="287063" y="2215515"/>
                    <a:pt x="294175" y="2222627"/>
                    <a:pt x="294175" y="2231390"/>
                  </a:cubicBezTo>
                  <a:lnTo>
                    <a:pt x="294175" y="2294890"/>
                  </a:lnTo>
                  <a:cubicBezTo>
                    <a:pt x="294175" y="2303653"/>
                    <a:pt x="287063" y="2310765"/>
                    <a:pt x="278300" y="2310765"/>
                  </a:cubicBezTo>
                  <a:cubicBezTo>
                    <a:pt x="269537" y="2310765"/>
                    <a:pt x="262425" y="2303653"/>
                    <a:pt x="262425" y="2294890"/>
                  </a:cubicBezTo>
                  <a:close/>
                  <a:moveTo>
                    <a:pt x="262425" y="2167890"/>
                  </a:moveTo>
                  <a:lnTo>
                    <a:pt x="262425" y="2104390"/>
                  </a:lnTo>
                  <a:cubicBezTo>
                    <a:pt x="262425" y="2095627"/>
                    <a:pt x="269537" y="2088515"/>
                    <a:pt x="278300" y="2088515"/>
                  </a:cubicBezTo>
                  <a:cubicBezTo>
                    <a:pt x="287063" y="2088515"/>
                    <a:pt x="294175" y="2095627"/>
                    <a:pt x="294175" y="2104390"/>
                  </a:cubicBezTo>
                  <a:lnTo>
                    <a:pt x="294175" y="2167890"/>
                  </a:lnTo>
                  <a:cubicBezTo>
                    <a:pt x="294175" y="2176653"/>
                    <a:pt x="287063" y="2183765"/>
                    <a:pt x="278300" y="2183765"/>
                  </a:cubicBezTo>
                  <a:cubicBezTo>
                    <a:pt x="269537" y="2183765"/>
                    <a:pt x="262425" y="2176653"/>
                    <a:pt x="262425" y="2167890"/>
                  </a:cubicBezTo>
                  <a:close/>
                  <a:moveTo>
                    <a:pt x="262425" y="2040890"/>
                  </a:moveTo>
                  <a:lnTo>
                    <a:pt x="262425" y="1977390"/>
                  </a:lnTo>
                  <a:cubicBezTo>
                    <a:pt x="262425" y="1968627"/>
                    <a:pt x="269537" y="1961515"/>
                    <a:pt x="278300" y="1961515"/>
                  </a:cubicBezTo>
                  <a:cubicBezTo>
                    <a:pt x="287063" y="1961515"/>
                    <a:pt x="294175" y="1968627"/>
                    <a:pt x="294175" y="1977390"/>
                  </a:cubicBezTo>
                  <a:lnTo>
                    <a:pt x="294175" y="2040890"/>
                  </a:lnTo>
                  <a:cubicBezTo>
                    <a:pt x="294175" y="2049653"/>
                    <a:pt x="287063" y="2056765"/>
                    <a:pt x="278300" y="2056765"/>
                  </a:cubicBezTo>
                  <a:cubicBezTo>
                    <a:pt x="269537" y="2056765"/>
                    <a:pt x="262425" y="2049653"/>
                    <a:pt x="262425" y="2040890"/>
                  </a:cubicBezTo>
                  <a:close/>
                  <a:moveTo>
                    <a:pt x="262425" y="1913890"/>
                  </a:moveTo>
                  <a:lnTo>
                    <a:pt x="262425" y="1850390"/>
                  </a:lnTo>
                  <a:cubicBezTo>
                    <a:pt x="262425" y="1841627"/>
                    <a:pt x="269537" y="1834515"/>
                    <a:pt x="278300" y="1834515"/>
                  </a:cubicBezTo>
                  <a:cubicBezTo>
                    <a:pt x="287063" y="1834515"/>
                    <a:pt x="294175" y="1841627"/>
                    <a:pt x="294175" y="1850390"/>
                  </a:cubicBezTo>
                  <a:lnTo>
                    <a:pt x="294175" y="1913890"/>
                  </a:lnTo>
                  <a:cubicBezTo>
                    <a:pt x="294175" y="1922653"/>
                    <a:pt x="287063" y="1929765"/>
                    <a:pt x="278300" y="1929765"/>
                  </a:cubicBezTo>
                  <a:cubicBezTo>
                    <a:pt x="269537" y="1929765"/>
                    <a:pt x="262425" y="1922653"/>
                    <a:pt x="262425" y="1913890"/>
                  </a:cubicBezTo>
                  <a:close/>
                  <a:moveTo>
                    <a:pt x="262425" y="1786890"/>
                  </a:moveTo>
                  <a:lnTo>
                    <a:pt x="262425" y="1723390"/>
                  </a:lnTo>
                  <a:cubicBezTo>
                    <a:pt x="262425" y="1714627"/>
                    <a:pt x="269537" y="1707515"/>
                    <a:pt x="278300" y="1707515"/>
                  </a:cubicBezTo>
                  <a:cubicBezTo>
                    <a:pt x="287063" y="1707515"/>
                    <a:pt x="294175" y="1714627"/>
                    <a:pt x="294175" y="1723390"/>
                  </a:cubicBezTo>
                  <a:lnTo>
                    <a:pt x="294175" y="1786890"/>
                  </a:lnTo>
                  <a:cubicBezTo>
                    <a:pt x="294175" y="1795653"/>
                    <a:pt x="287063" y="1802765"/>
                    <a:pt x="278300" y="1802765"/>
                  </a:cubicBezTo>
                  <a:cubicBezTo>
                    <a:pt x="269537" y="1802765"/>
                    <a:pt x="262425" y="1795653"/>
                    <a:pt x="262425" y="1786890"/>
                  </a:cubicBezTo>
                  <a:close/>
                  <a:moveTo>
                    <a:pt x="262425" y="1659890"/>
                  </a:moveTo>
                  <a:lnTo>
                    <a:pt x="262425" y="1596390"/>
                  </a:lnTo>
                  <a:cubicBezTo>
                    <a:pt x="262425" y="1587627"/>
                    <a:pt x="269537" y="1580515"/>
                    <a:pt x="278300" y="1580515"/>
                  </a:cubicBezTo>
                  <a:cubicBezTo>
                    <a:pt x="287063" y="1580515"/>
                    <a:pt x="294175" y="1587627"/>
                    <a:pt x="294175" y="1596390"/>
                  </a:cubicBezTo>
                  <a:lnTo>
                    <a:pt x="294175" y="1659890"/>
                  </a:lnTo>
                  <a:cubicBezTo>
                    <a:pt x="294175" y="1668653"/>
                    <a:pt x="287063" y="1675765"/>
                    <a:pt x="278300" y="1675765"/>
                  </a:cubicBezTo>
                  <a:cubicBezTo>
                    <a:pt x="269537" y="1675765"/>
                    <a:pt x="262425" y="1668653"/>
                    <a:pt x="262425" y="1659890"/>
                  </a:cubicBezTo>
                  <a:close/>
                  <a:moveTo>
                    <a:pt x="262425" y="1532890"/>
                  </a:moveTo>
                  <a:lnTo>
                    <a:pt x="262425" y="1469390"/>
                  </a:lnTo>
                  <a:cubicBezTo>
                    <a:pt x="262425" y="1460627"/>
                    <a:pt x="269537" y="1453515"/>
                    <a:pt x="278300" y="1453515"/>
                  </a:cubicBezTo>
                  <a:cubicBezTo>
                    <a:pt x="287063" y="1453515"/>
                    <a:pt x="294175" y="1460627"/>
                    <a:pt x="294175" y="1469390"/>
                  </a:cubicBezTo>
                  <a:lnTo>
                    <a:pt x="294175" y="1532890"/>
                  </a:lnTo>
                  <a:cubicBezTo>
                    <a:pt x="294175" y="1541653"/>
                    <a:pt x="287063" y="1548765"/>
                    <a:pt x="278300" y="1548765"/>
                  </a:cubicBezTo>
                  <a:cubicBezTo>
                    <a:pt x="269537" y="1548765"/>
                    <a:pt x="262425" y="1541653"/>
                    <a:pt x="262425" y="1532890"/>
                  </a:cubicBezTo>
                  <a:close/>
                  <a:moveTo>
                    <a:pt x="262425" y="1405890"/>
                  </a:moveTo>
                  <a:lnTo>
                    <a:pt x="262425" y="1342390"/>
                  </a:lnTo>
                  <a:cubicBezTo>
                    <a:pt x="262425" y="1333627"/>
                    <a:pt x="269537" y="1326515"/>
                    <a:pt x="278300" y="1326515"/>
                  </a:cubicBezTo>
                  <a:cubicBezTo>
                    <a:pt x="287063" y="1326515"/>
                    <a:pt x="294175" y="1333627"/>
                    <a:pt x="294175" y="1342390"/>
                  </a:cubicBezTo>
                  <a:lnTo>
                    <a:pt x="294175" y="1405890"/>
                  </a:lnTo>
                  <a:cubicBezTo>
                    <a:pt x="294175" y="1414653"/>
                    <a:pt x="287063" y="1421765"/>
                    <a:pt x="278300" y="1421765"/>
                  </a:cubicBezTo>
                  <a:cubicBezTo>
                    <a:pt x="269537" y="1421765"/>
                    <a:pt x="262425" y="1414653"/>
                    <a:pt x="262425" y="1405890"/>
                  </a:cubicBezTo>
                  <a:close/>
                  <a:moveTo>
                    <a:pt x="262425" y="1278890"/>
                  </a:moveTo>
                  <a:lnTo>
                    <a:pt x="262425" y="1215390"/>
                  </a:lnTo>
                  <a:cubicBezTo>
                    <a:pt x="262425" y="1206627"/>
                    <a:pt x="269537" y="1199515"/>
                    <a:pt x="278300" y="1199515"/>
                  </a:cubicBezTo>
                  <a:cubicBezTo>
                    <a:pt x="287063" y="1199515"/>
                    <a:pt x="294175" y="1206627"/>
                    <a:pt x="294175" y="1215390"/>
                  </a:cubicBezTo>
                  <a:lnTo>
                    <a:pt x="294175" y="1278890"/>
                  </a:lnTo>
                  <a:cubicBezTo>
                    <a:pt x="294175" y="1287653"/>
                    <a:pt x="287063" y="1294765"/>
                    <a:pt x="278300" y="1294765"/>
                  </a:cubicBezTo>
                  <a:cubicBezTo>
                    <a:pt x="269537" y="1294765"/>
                    <a:pt x="262425" y="1287653"/>
                    <a:pt x="262425" y="1278890"/>
                  </a:cubicBezTo>
                  <a:close/>
                  <a:moveTo>
                    <a:pt x="262425" y="1151890"/>
                  </a:moveTo>
                  <a:lnTo>
                    <a:pt x="262425" y="1088390"/>
                  </a:lnTo>
                  <a:cubicBezTo>
                    <a:pt x="262425" y="1079627"/>
                    <a:pt x="269537" y="1072515"/>
                    <a:pt x="278300" y="1072515"/>
                  </a:cubicBezTo>
                  <a:cubicBezTo>
                    <a:pt x="287063" y="1072515"/>
                    <a:pt x="294175" y="1079627"/>
                    <a:pt x="294175" y="1088390"/>
                  </a:cubicBezTo>
                  <a:lnTo>
                    <a:pt x="294175" y="1151890"/>
                  </a:lnTo>
                  <a:cubicBezTo>
                    <a:pt x="294175" y="1160653"/>
                    <a:pt x="287063" y="1167765"/>
                    <a:pt x="278300" y="1167765"/>
                  </a:cubicBezTo>
                  <a:cubicBezTo>
                    <a:pt x="269537" y="1167765"/>
                    <a:pt x="262425" y="1160653"/>
                    <a:pt x="262425" y="1151890"/>
                  </a:cubicBezTo>
                  <a:close/>
                  <a:moveTo>
                    <a:pt x="262425" y="1024890"/>
                  </a:moveTo>
                  <a:lnTo>
                    <a:pt x="262425" y="961390"/>
                  </a:lnTo>
                  <a:cubicBezTo>
                    <a:pt x="262425" y="952627"/>
                    <a:pt x="269537" y="945515"/>
                    <a:pt x="278300" y="945515"/>
                  </a:cubicBezTo>
                  <a:cubicBezTo>
                    <a:pt x="287063" y="945515"/>
                    <a:pt x="294175" y="952627"/>
                    <a:pt x="294175" y="961390"/>
                  </a:cubicBezTo>
                  <a:lnTo>
                    <a:pt x="294175" y="1024890"/>
                  </a:lnTo>
                  <a:cubicBezTo>
                    <a:pt x="294175" y="1033653"/>
                    <a:pt x="287063" y="1040765"/>
                    <a:pt x="278300" y="1040765"/>
                  </a:cubicBezTo>
                  <a:cubicBezTo>
                    <a:pt x="269537" y="1040765"/>
                    <a:pt x="262425" y="1033653"/>
                    <a:pt x="262425" y="1024890"/>
                  </a:cubicBezTo>
                  <a:close/>
                  <a:moveTo>
                    <a:pt x="262425" y="897890"/>
                  </a:moveTo>
                  <a:lnTo>
                    <a:pt x="262425" y="834390"/>
                  </a:lnTo>
                  <a:cubicBezTo>
                    <a:pt x="262425" y="825627"/>
                    <a:pt x="269537" y="818515"/>
                    <a:pt x="278300" y="818515"/>
                  </a:cubicBezTo>
                  <a:cubicBezTo>
                    <a:pt x="287063" y="818515"/>
                    <a:pt x="294175" y="825627"/>
                    <a:pt x="294175" y="834390"/>
                  </a:cubicBezTo>
                  <a:lnTo>
                    <a:pt x="294175" y="897890"/>
                  </a:lnTo>
                  <a:cubicBezTo>
                    <a:pt x="294175" y="906653"/>
                    <a:pt x="287063" y="913765"/>
                    <a:pt x="278300" y="913765"/>
                  </a:cubicBezTo>
                  <a:cubicBezTo>
                    <a:pt x="269537" y="913765"/>
                    <a:pt x="262425" y="906653"/>
                    <a:pt x="262425" y="897890"/>
                  </a:cubicBezTo>
                  <a:close/>
                  <a:moveTo>
                    <a:pt x="262425" y="770890"/>
                  </a:moveTo>
                  <a:lnTo>
                    <a:pt x="262425" y="709168"/>
                  </a:lnTo>
                  <a:lnTo>
                    <a:pt x="278300" y="709168"/>
                  </a:lnTo>
                  <a:lnTo>
                    <a:pt x="262425" y="709168"/>
                  </a:lnTo>
                  <a:cubicBezTo>
                    <a:pt x="262425" y="708660"/>
                    <a:pt x="262425" y="708025"/>
                    <a:pt x="262425" y="707517"/>
                  </a:cubicBezTo>
                  <a:cubicBezTo>
                    <a:pt x="262298" y="698754"/>
                    <a:pt x="269410" y="691515"/>
                    <a:pt x="278173" y="691515"/>
                  </a:cubicBezTo>
                  <a:cubicBezTo>
                    <a:pt x="286936" y="691515"/>
                    <a:pt x="294175" y="698500"/>
                    <a:pt x="294175" y="707263"/>
                  </a:cubicBezTo>
                  <a:cubicBezTo>
                    <a:pt x="294175" y="707898"/>
                    <a:pt x="294175" y="708533"/>
                    <a:pt x="294175" y="709168"/>
                  </a:cubicBezTo>
                  <a:lnTo>
                    <a:pt x="294175" y="770890"/>
                  </a:lnTo>
                  <a:cubicBezTo>
                    <a:pt x="294175" y="779653"/>
                    <a:pt x="287063" y="786765"/>
                    <a:pt x="278300" y="786765"/>
                  </a:cubicBezTo>
                  <a:cubicBezTo>
                    <a:pt x="269537" y="786765"/>
                    <a:pt x="262425" y="779653"/>
                    <a:pt x="262425" y="770890"/>
                  </a:cubicBezTo>
                  <a:close/>
                  <a:moveTo>
                    <a:pt x="252138" y="650621"/>
                  </a:moveTo>
                  <a:cubicBezTo>
                    <a:pt x="245661" y="632587"/>
                    <a:pt x="236136" y="615442"/>
                    <a:pt x="223944" y="599440"/>
                  </a:cubicBezTo>
                  <a:cubicBezTo>
                    <a:pt x="218610" y="592455"/>
                    <a:pt x="220007" y="582549"/>
                    <a:pt x="226992" y="577215"/>
                  </a:cubicBezTo>
                  <a:cubicBezTo>
                    <a:pt x="233977" y="571881"/>
                    <a:pt x="243883" y="573278"/>
                    <a:pt x="249217" y="580263"/>
                  </a:cubicBezTo>
                  <a:cubicBezTo>
                    <a:pt x="263187" y="598551"/>
                    <a:pt x="274236" y="618617"/>
                    <a:pt x="281983" y="639826"/>
                  </a:cubicBezTo>
                  <a:cubicBezTo>
                    <a:pt x="284904" y="648081"/>
                    <a:pt x="280713" y="657225"/>
                    <a:pt x="272458" y="660146"/>
                  </a:cubicBezTo>
                  <a:cubicBezTo>
                    <a:pt x="264203" y="663067"/>
                    <a:pt x="255059" y="658876"/>
                    <a:pt x="252138" y="650621"/>
                  </a:cubicBezTo>
                  <a:close/>
                  <a:moveTo>
                    <a:pt x="182161" y="557276"/>
                  </a:moveTo>
                  <a:cubicBezTo>
                    <a:pt x="166921" y="545338"/>
                    <a:pt x="149903" y="534670"/>
                    <a:pt x="131234" y="525780"/>
                  </a:cubicBezTo>
                  <a:cubicBezTo>
                    <a:pt x="123360" y="521970"/>
                    <a:pt x="120058" y="512445"/>
                    <a:pt x="123868" y="504571"/>
                  </a:cubicBezTo>
                  <a:cubicBezTo>
                    <a:pt x="127678" y="496697"/>
                    <a:pt x="137203" y="493395"/>
                    <a:pt x="145077" y="497205"/>
                  </a:cubicBezTo>
                  <a:cubicBezTo>
                    <a:pt x="165651" y="507111"/>
                    <a:pt x="184701" y="518922"/>
                    <a:pt x="201846" y="532384"/>
                  </a:cubicBezTo>
                  <a:cubicBezTo>
                    <a:pt x="208704" y="537845"/>
                    <a:pt x="209974" y="547751"/>
                    <a:pt x="204513" y="554736"/>
                  </a:cubicBezTo>
                  <a:cubicBezTo>
                    <a:pt x="199052" y="561721"/>
                    <a:pt x="189146" y="562864"/>
                    <a:pt x="182161" y="557403"/>
                  </a:cubicBezTo>
                  <a:close/>
                  <a:moveTo>
                    <a:pt x="74719" y="505079"/>
                  </a:moveTo>
                  <a:cubicBezTo>
                    <a:pt x="55542" y="499999"/>
                    <a:pt x="35476" y="496570"/>
                    <a:pt x="14648" y="495046"/>
                  </a:cubicBezTo>
                  <a:cubicBezTo>
                    <a:pt x="5885" y="494411"/>
                    <a:pt x="-592" y="486791"/>
                    <a:pt x="43" y="478028"/>
                  </a:cubicBezTo>
                  <a:cubicBezTo>
                    <a:pt x="678" y="469265"/>
                    <a:pt x="8298" y="462788"/>
                    <a:pt x="17061" y="463423"/>
                  </a:cubicBezTo>
                  <a:cubicBezTo>
                    <a:pt x="39794" y="465201"/>
                    <a:pt x="61765" y="468884"/>
                    <a:pt x="82720" y="474472"/>
                  </a:cubicBezTo>
                  <a:cubicBezTo>
                    <a:pt x="91229" y="476758"/>
                    <a:pt x="96309" y="485394"/>
                    <a:pt x="94023" y="493903"/>
                  </a:cubicBezTo>
                  <a:cubicBezTo>
                    <a:pt x="91737" y="502412"/>
                    <a:pt x="83101" y="507492"/>
                    <a:pt x="74592" y="505206"/>
                  </a:cubicBezTo>
                  <a:close/>
                  <a:moveTo>
                    <a:pt x="20744" y="460756"/>
                  </a:moveTo>
                  <a:cubicBezTo>
                    <a:pt x="41445" y="458724"/>
                    <a:pt x="61511" y="455041"/>
                    <a:pt x="80434" y="449580"/>
                  </a:cubicBezTo>
                  <a:cubicBezTo>
                    <a:pt x="88816" y="447167"/>
                    <a:pt x="97706" y="452120"/>
                    <a:pt x="99992" y="460502"/>
                  </a:cubicBezTo>
                  <a:cubicBezTo>
                    <a:pt x="102278" y="468884"/>
                    <a:pt x="97452" y="477774"/>
                    <a:pt x="89070" y="480060"/>
                  </a:cubicBezTo>
                  <a:cubicBezTo>
                    <a:pt x="68242" y="485902"/>
                    <a:pt x="46271" y="490093"/>
                    <a:pt x="23665" y="492252"/>
                  </a:cubicBezTo>
                  <a:cubicBezTo>
                    <a:pt x="14902" y="493141"/>
                    <a:pt x="7155" y="486664"/>
                    <a:pt x="6393" y="477901"/>
                  </a:cubicBezTo>
                  <a:cubicBezTo>
                    <a:pt x="5631" y="469138"/>
                    <a:pt x="11981" y="461391"/>
                    <a:pt x="20744" y="460629"/>
                  </a:cubicBezTo>
                  <a:close/>
                  <a:moveTo>
                    <a:pt x="136695" y="427609"/>
                  </a:moveTo>
                  <a:cubicBezTo>
                    <a:pt x="155110" y="418211"/>
                    <a:pt x="171874" y="407289"/>
                    <a:pt x="186860" y="394970"/>
                  </a:cubicBezTo>
                  <a:cubicBezTo>
                    <a:pt x="193591" y="389382"/>
                    <a:pt x="203624" y="390398"/>
                    <a:pt x="209212" y="397129"/>
                  </a:cubicBezTo>
                  <a:cubicBezTo>
                    <a:pt x="214800" y="403860"/>
                    <a:pt x="213784" y="413893"/>
                    <a:pt x="207053" y="419481"/>
                  </a:cubicBezTo>
                  <a:cubicBezTo>
                    <a:pt x="190289" y="433324"/>
                    <a:pt x="171493" y="445643"/>
                    <a:pt x="151046" y="455930"/>
                  </a:cubicBezTo>
                  <a:cubicBezTo>
                    <a:pt x="143172" y="459867"/>
                    <a:pt x="133647" y="456819"/>
                    <a:pt x="129710" y="448945"/>
                  </a:cubicBezTo>
                  <a:cubicBezTo>
                    <a:pt x="125773" y="441071"/>
                    <a:pt x="128821" y="431546"/>
                    <a:pt x="136695" y="427609"/>
                  </a:cubicBezTo>
                  <a:close/>
                  <a:moveTo>
                    <a:pt x="227500" y="351790"/>
                  </a:moveTo>
                  <a:cubicBezTo>
                    <a:pt x="239184" y="335534"/>
                    <a:pt x="248074" y="318135"/>
                    <a:pt x="254043" y="299847"/>
                  </a:cubicBezTo>
                  <a:cubicBezTo>
                    <a:pt x="256710" y="291465"/>
                    <a:pt x="265727" y="286893"/>
                    <a:pt x="273982" y="289687"/>
                  </a:cubicBezTo>
                  <a:cubicBezTo>
                    <a:pt x="282237" y="292481"/>
                    <a:pt x="286936" y="301371"/>
                    <a:pt x="284142" y="309626"/>
                  </a:cubicBezTo>
                  <a:cubicBezTo>
                    <a:pt x="277157" y="331216"/>
                    <a:pt x="266616" y="351536"/>
                    <a:pt x="253281" y="370332"/>
                  </a:cubicBezTo>
                  <a:cubicBezTo>
                    <a:pt x="248201" y="377444"/>
                    <a:pt x="238295" y="379095"/>
                    <a:pt x="231183" y="374015"/>
                  </a:cubicBezTo>
                  <a:cubicBezTo>
                    <a:pt x="224071" y="368935"/>
                    <a:pt x="222420" y="359029"/>
                    <a:pt x="227500" y="351917"/>
                  </a:cubicBezTo>
                  <a:close/>
                  <a:moveTo>
                    <a:pt x="262425" y="241808"/>
                  </a:moveTo>
                  <a:cubicBezTo>
                    <a:pt x="263060" y="218440"/>
                    <a:pt x="267632" y="195961"/>
                    <a:pt x="275760" y="174625"/>
                  </a:cubicBezTo>
                  <a:cubicBezTo>
                    <a:pt x="278808" y="166370"/>
                    <a:pt x="288079" y="162306"/>
                    <a:pt x="296207" y="165354"/>
                  </a:cubicBezTo>
                  <a:cubicBezTo>
                    <a:pt x="304335" y="168402"/>
                    <a:pt x="308526" y="177673"/>
                    <a:pt x="305478" y="185801"/>
                  </a:cubicBezTo>
                  <a:cubicBezTo>
                    <a:pt x="298620" y="203835"/>
                    <a:pt x="294810" y="222885"/>
                    <a:pt x="294302" y="242570"/>
                  </a:cubicBezTo>
                  <a:cubicBezTo>
                    <a:pt x="294048" y="251333"/>
                    <a:pt x="286809" y="258318"/>
                    <a:pt x="278046" y="258064"/>
                  </a:cubicBezTo>
                  <a:cubicBezTo>
                    <a:pt x="269283" y="257810"/>
                    <a:pt x="262298" y="250571"/>
                    <a:pt x="262552" y="241808"/>
                  </a:cubicBezTo>
                  <a:close/>
                  <a:moveTo>
                    <a:pt x="309415" y="115570"/>
                  </a:moveTo>
                  <a:cubicBezTo>
                    <a:pt x="323004" y="98171"/>
                    <a:pt x="339133" y="82296"/>
                    <a:pt x="357421" y="68326"/>
                  </a:cubicBezTo>
                  <a:cubicBezTo>
                    <a:pt x="364406" y="62992"/>
                    <a:pt x="374312" y="64262"/>
                    <a:pt x="379646" y="71247"/>
                  </a:cubicBezTo>
                  <a:cubicBezTo>
                    <a:pt x="384980" y="78232"/>
                    <a:pt x="383710" y="88138"/>
                    <a:pt x="376725" y="93472"/>
                  </a:cubicBezTo>
                  <a:cubicBezTo>
                    <a:pt x="360469" y="105918"/>
                    <a:pt x="346245" y="119888"/>
                    <a:pt x="334434" y="135128"/>
                  </a:cubicBezTo>
                  <a:cubicBezTo>
                    <a:pt x="329100" y="141986"/>
                    <a:pt x="319067" y="143256"/>
                    <a:pt x="312209" y="137922"/>
                  </a:cubicBezTo>
                  <a:cubicBezTo>
                    <a:pt x="305351" y="132588"/>
                    <a:pt x="304081" y="122555"/>
                    <a:pt x="309415" y="115697"/>
                  </a:cubicBezTo>
                  <a:close/>
                  <a:moveTo>
                    <a:pt x="414444" y="33782"/>
                  </a:moveTo>
                  <a:cubicBezTo>
                    <a:pt x="433875" y="24384"/>
                    <a:pt x="454703" y="16891"/>
                    <a:pt x="476674" y="11430"/>
                  </a:cubicBezTo>
                  <a:cubicBezTo>
                    <a:pt x="485183" y="9271"/>
                    <a:pt x="493819" y="14478"/>
                    <a:pt x="495978" y="22860"/>
                  </a:cubicBezTo>
                  <a:cubicBezTo>
                    <a:pt x="498137" y="31242"/>
                    <a:pt x="492930" y="40005"/>
                    <a:pt x="484548" y="42164"/>
                  </a:cubicBezTo>
                  <a:cubicBezTo>
                    <a:pt x="464609" y="47244"/>
                    <a:pt x="445559" y="54102"/>
                    <a:pt x="427906" y="62357"/>
                  </a:cubicBezTo>
                  <a:cubicBezTo>
                    <a:pt x="420032" y="66040"/>
                    <a:pt x="410507" y="62738"/>
                    <a:pt x="406824" y="54737"/>
                  </a:cubicBezTo>
                  <a:cubicBezTo>
                    <a:pt x="403141" y="46736"/>
                    <a:pt x="406443" y="37338"/>
                    <a:pt x="414444" y="33655"/>
                  </a:cubicBezTo>
                  <a:close/>
                  <a:moveTo>
                    <a:pt x="542333" y="889"/>
                  </a:moveTo>
                  <a:cubicBezTo>
                    <a:pt x="551096" y="254"/>
                    <a:pt x="559986" y="0"/>
                    <a:pt x="569003" y="0"/>
                  </a:cubicBezTo>
                  <a:cubicBezTo>
                    <a:pt x="577766" y="0"/>
                    <a:pt x="584878" y="7112"/>
                    <a:pt x="584878" y="15875"/>
                  </a:cubicBezTo>
                  <a:cubicBezTo>
                    <a:pt x="584878" y="24638"/>
                    <a:pt x="577766" y="31750"/>
                    <a:pt x="569003" y="31750"/>
                  </a:cubicBezTo>
                  <a:cubicBezTo>
                    <a:pt x="560748" y="31750"/>
                    <a:pt x="552620" y="32004"/>
                    <a:pt x="544492" y="32639"/>
                  </a:cubicBezTo>
                  <a:cubicBezTo>
                    <a:pt x="535729" y="33274"/>
                    <a:pt x="528109" y="26670"/>
                    <a:pt x="527601" y="17907"/>
                  </a:cubicBezTo>
                  <a:cubicBezTo>
                    <a:pt x="527093" y="9144"/>
                    <a:pt x="533570" y="1524"/>
                    <a:pt x="542333" y="889"/>
                  </a:cubicBezTo>
                  <a:close/>
                  <a:moveTo>
                    <a:pt x="569003" y="5686552"/>
                  </a:moveTo>
                  <a:cubicBezTo>
                    <a:pt x="546397" y="5686552"/>
                    <a:pt x="524299" y="5684520"/>
                    <a:pt x="502963" y="5680837"/>
                  </a:cubicBezTo>
                  <a:cubicBezTo>
                    <a:pt x="494327" y="5679313"/>
                    <a:pt x="488612" y="5671058"/>
                    <a:pt x="490136" y="5662422"/>
                  </a:cubicBezTo>
                  <a:cubicBezTo>
                    <a:pt x="491660" y="5653786"/>
                    <a:pt x="499915" y="5648071"/>
                    <a:pt x="508551" y="5649595"/>
                  </a:cubicBezTo>
                  <a:cubicBezTo>
                    <a:pt x="527982" y="5653024"/>
                    <a:pt x="548302" y="5654802"/>
                    <a:pt x="569130" y="5654802"/>
                  </a:cubicBezTo>
                  <a:cubicBezTo>
                    <a:pt x="577893" y="5654802"/>
                    <a:pt x="585005" y="5661914"/>
                    <a:pt x="585005" y="5670677"/>
                  </a:cubicBezTo>
                  <a:cubicBezTo>
                    <a:pt x="585005" y="5679440"/>
                    <a:pt x="577893" y="5686552"/>
                    <a:pt x="569130" y="5686552"/>
                  </a:cubicBezTo>
                  <a:close/>
                </a:path>
              </a:pathLst>
            </a:custGeom>
            <a:solidFill>
              <a:srgbClr val="BFBFBF">
                <a:alpha val="75686"/>
              </a:srgbClr>
            </a:solidFill>
          </p:spPr>
        </p:sp>
      </p:grpSp>
      <p:sp>
        <p:nvSpPr>
          <p:cNvPr id="27" name="TextBox 27"/>
          <p:cNvSpPr txBox="1"/>
          <p:nvPr/>
        </p:nvSpPr>
        <p:spPr>
          <a:xfrm>
            <a:off x="862003" y="4349810"/>
            <a:ext cx="2425141" cy="118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</a:p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수행 경과</a:t>
            </a:r>
          </a:p>
        </p:txBody>
      </p:sp>
      <p:grpSp>
        <p:nvGrpSpPr>
          <p:cNvPr id="28" name="Group 28"/>
          <p:cNvGrpSpPr/>
          <p:nvPr/>
        </p:nvGrpSpPr>
        <p:grpSpPr>
          <a:xfrm rot="4666740">
            <a:off x="3996128" y="5711152"/>
            <a:ext cx="459610" cy="480936"/>
            <a:chOff x="0" y="0"/>
            <a:chExt cx="612813" cy="64124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69000">
                  <a:srgbClr val="2069C2">
                    <a:alpha val="14000"/>
                  </a:srgbClr>
                </a:gs>
              </a:gsLst>
              <a:lin ang="10333250"/>
            </a:gradFill>
          </p:spPr>
        </p:sp>
      </p:grpSp>
      <p:sp>
        <p:nvSpPr>
          <p:cNvPr id="30" name="TextBox 30"/>
          <p:cNvSpPr txBox="1"/>
          <p:nvPr/>
        </p:nvSpPr>
        <p:spPr>
          <a:xfrm>
            <a:off x="4072376" y="5807688"/>
            <a:ext cx="383515" cy="37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4246483" y="4086120"/>
            <a:ext cx="13353983" cy="1009650"/>
            <a:chOff x="0" y="0"/>
            <a:chExt cx="17805311" cy="1346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7805400" cy="1346200"/>
            </a:xfrm>
            <a:custGeom>
              <a:avLst/>
              <a:gdLst/>
              <a:ahLst/>
              <a:cxnLst/>
              <a:rect l="l" t="t" r="r" b="b"/>
              <a:pathLst>
                <a:path w="17805400" h="1346200">
                  <a:moveTo>
                    <a:pt x="0" y="224409"/>
                  </a:moveTo>
                  <a:cubicBezTo>
                    <a:pt x="0" y="100457"/>
                    <a:pt x="100457" y="0"/>
                    <a:pt x="224409" y="0"/>
                  </a:cubicBezTo>
                  <a:lnTo>
                    <a:pt x="17580990" y="0"/>
                  </a:lnTo>
                  <a:cubicBezTo>
                    <a:pt x="17704943" y="0"/>
                    <a:pt x="17805400" y="100457"/>
                    <a:pt x="17805400" y="224409"/>
                  </a:cubicBezTo>
                  <a:lnTo>
                    <a:pt x="17805400" y="1121791"/>
                  </a:lnTo>
                  <a:cubicBezTo>
                    <a:pt x="17805400" y="1245743"/>
                    <a:pt x="17704943" y="1346200"/>
                    <a:pt x="17580990" y="1346200"/>
                  </a:cubicBezTo>
                  <a:lnTo>
                    <a:pt x="224409" y="1346200"/>
                  </a:lnTo>
                  <a:cubicBezTo>
                    <a:pt x="100457" y="1346200"/>
                    <a:pt x="0" y="1245743"/>
                    <a:pt x="0" y="1121791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4966002" y="4396307"/>
            <a:ext cx="12331017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결과를 서술하는 과정에서는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활용된 기술 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및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구현 방법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핵심기능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구현 결과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* 등을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상세히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 작성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014436" y="5086345"/>
            <a:ext cx="11496199" cy="367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활용 기술: 사람인·잡코리아 공고 데이터와 잡플래닛 기업 리뷰 데이터를 크롤링하고 Pandas로 교차 분석하여, 리뷰가 매핑된 515개 기업의 통합 정형 데이터셋을 구축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핵심 기능: 공고 분석(적합도·품질·위험신호)과 리뷰 감성분석(ABSA 7개 도메인)을 가중합산($40\%:60\%$)하고, Orange ML(Tree 모델)을 통해 장기재직 위험 판단 규칙을 자동화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구현 결과: 데이터 분포 분석(p75, p25)에 기반한 객관적 3단계 등급(추천, 조건부 추천, 비추천) 분류 체계를 완성하여 구직자의 장기재직을 돕는 의사결정 지원 서비스를 구현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35" name="Group 35"/>
          <p:cNvGrpSpPr/>
          <p:nvPr/>
        </p:nvGrpSpPr>
        <p:grpSpPr>
          <a:xfrm>
            <a:off x="3953551" y="4309558"/>
            <a:ext cx="621163" cy="536696"/>
            <a:chOff x="0" y="0"/>
            <a:chExt cx="828218" cy="715594"/>
          </a:xfrm>
        </p:grpSpPr>
        <p:sp>
          <p:nvSpPr>
            <p:cNvPr id="36" name="Freeform 36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3378C8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38" name="Group 38"/>
          <p:cNvGrpSpPr/>
          <p:nvPr/>
        </p:nvGrpSpPr>
        <p:grpSpPr>
          <a:xfrm rot="4666740">
            <a:off x="3996128" y="4306281"/>
            <a:ext cx="459610" cy="480936"/>
            <a:chOff x="0" y="0"/>
            <a:chExt cx="612813" cy="64124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69000">
                  <a:srgbClr val="2069C2">
                    <a:alpha val="14000"/>
                  </a:srgbClr>
                </a:gs>
              </a:gsLst>
              <a:lin ang="10333250"/>
            </a:gradFill>
          </p:spPr>
        </p:sp>
      </p:grpSp>
      <p:sp>
        <p:nvSpPr>
          <p:cNvPr id="40" name="TextBox 40"/>
          <p:cNvSpPr txBox="1"/>
          <p:nvPr/>
        </p:nvSpPr>
        <p:spPr>
          <a:xfrm>
            <a:off x="4072376" y="4402817"/>
            <a:ext cx="383515" cy="493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id="41" name="Freeform 41"/>
          <p:cNvSpPr/>
          <p:nvPr/>
        </p:nvSpPr>
        <p:spPr>
          <a:xfrm rot="5400000">
            <a:off x="-714756" y="3700196"/>
            <a:ext cx="2158051" cy="728548"/>
          </a:xfrm>
          <a:custGeom>
            <a:avLst/>
            <a:gdLst/>
            <a:ahLst/>
            <a:cxnLst/>
            <a:rect l="l" t="t" r="r" b="b"/>
            <a:pathLst>
              <a:path w="2158051" h="728548">
                <a:moveTo>
                  <a:pt x="0" y="0"/>
                </a:moveTo>
                <a:lnTo>
                  <a:pt x="2158051" y="0"/>
                </a:lnTo>
                <a:lnTo>
                  <a:pt x="2158051" y="728548"/>
                </a:lnTo>
                <a:lnTo>
                  <a:pt x="0" y="7285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 b="-22661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897161" y="7434920"/>
            <a:ext cx="165002" cy="165002"/>
          </a:xfrm>
          <a:custGeom>
            <a:avLst/>
            <a:gdLst/>
            <a:ahLst/>
            <a:cxnLst/>
            <a:rect l="l" t="t" r="r" b="b"/>
            <a:pathLst>
              <a:path w="165002" h="165002">
                <a:moveTo>
                  <a:pt x="0" y="0"/>
                </a:moveTo>
                <a:lnTo>
                  <a:pt x="165001" y="0"/>
                </a:lnTo>
                <a:lnTo>
                  <a:pt x="165001" y="165001"/>
                </a:lnTo>
                <a:lnTo>
                  <a:pt x="0" y="1650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386553" y="6415764"/>
            <a:ext cx="213112" cy="213112"/>
          </a:xfrm>
          <a:custGeom>
            <a:avLst/>
            <a:gdLst/>
            <a:ahLst/>
            <a:cxnLst/>
            <a:rect l="l" t="t" r="r" b="b"/>
            <a:pathLst>
              <a:path w="213112" h="213112">
                <a:moveTo>
                  <a:pt x="0" y="0"/>
                </a:moveTo>
                <a:lnTo>
                  <a:pt x="213112" y="0"/>
                </a:lnTo>
                <a:lnTo>
                  <a:pt x="213112" y="213112"/>
                </a:lnTo>
                <a:lnTo>
                  <a:pt x="0" y="2131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3006404" y="8792528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46" name="Freeform 46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r="-812" b="4"/>
              </a:stretch>
            </a:blipFill>
          </p:spPr>
        </p:sp>
      </p:grpSp>
      <p:sp>
        <p:nvSpPr>
          <p:cNvPr id="47" name="Freeform 47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 t="-898" b="-893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27000"/>
              </a:blip>
              <a:stretch>
                <a:fillRect b="-27287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4472C4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결과물이 도출된 과정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을 세부적으로 작성한다.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2" name="Freeform 12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73068" y="3146384"/>
            <a:ext cx="16827398" cy="568366"/>
            <a:chOff x="0" y="0"/>
            <a:chExt cx="22436531" cy="7578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436581" cy="757936"/>
            </a:xfrm>
            <a:custGeom>
              <a:avLst/>
              <a:gdLst/>
              <a:ahLst/>
              <a:cxnLst/>
              <a:rect l="l" t="t" r="r" b="b"/>
              <a:pathLst>
                <a:path w="22436581" h="757936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22310217" y="0"/>
                  </a:lnTo>
                  <a:cubicBezTo>
                    <a:pt x="22379939" y="0"/>
                    <a:pt x="22436581" y="56515"/>
                    <a:pt x="22436581" y="126365"/>
                  </a:cubicBezTo>
                  <a:lnTo>
                    <a:pt x="22436581" y="631571"/>
                  </a:lnTo>
                  <a:cubicBezTo>
                    <a:pt x="22436581" y="701294"/>
                    <a:pt x="22380067" y="757936"/>
                    <a:pt x="22310217" y="757936"/>
                  </a:cubicBezTo>
                  <a:lnTo>
                    <a:pt x="126365" y="757936"/>
                  </a:lnTo>
                  <a:cubicBezTo>
                    <a:pt x="56515" y="757809"/>
                    <a:pt x="0" y="701294"/>
                    <a:pt x="0" y="631571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645644" y="3240386"/>
            <a:ext cx="16151704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이어지는 예시는 하나의 사례 제공을 위해서 간단하게 제시한 것이므로 </a:t>
            </a:r>
            <a:r>
              <a:rPr lang="en-US" sz="2100" b="1">
                <a:solidFill>
                  <a:srgbClr val="FFD85C"/>
                </a:solidFill>
                <a:latin typeface="Arimo Bold"/>
                <a:ea typeface="Arimo Bold"/>
                <a:cs typeface="Arimo Bold"/>
                <a:sym typeface="Arimo Bold"/>
              </a:rPr>
              <a:t>프로젝트 성격에 따라 보다 자세하게 작성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3836" y="3238671"/>
            <a:ext cx="350377" cy="350377"/>
            <a:chOff x="0" y="0"/>
            <a:chExt cx="467169" cy="4671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7106" cy="467106"/>
            </a:xfrm>
            <a:custGeom>
              <a:avLst/>
              <a:gdLst/>
              <a:ahLst/>
              <a:cxnLst/>
              <a:rect l="l" t="t" r="r" b="b"/>
              <a:pathLst>
                <a:path w="467106" h="467106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cubicBezTo>
                    <a:pt x="362585" y="0"/>
                    <a:pt x="467106" y="104521"/>
                    <a:pt x="467106" y="233553"/>
                  </a:cubicBezTo>
                  <a:cubicBezTo>
                    <a:pt x="467106" y="362585"/>
                    <a:pt x="362585" y="467106"/>
                    <a:pt x="233553" y="467106"/>
                  </a:cubicBezTo>
                  <a:cubicBezTo>
                    <a:pt x="104521" y="467106"/>
                    <a:pt x="0" y="362585"/>
                    <a:pt x="0" y="2335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99172" y="3236347"/>
            <a:ext cx="167164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!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343275" y="4514850"/>
            <a:ext cx="459962" cy="4264924"/>
            <a:chOff x="0" y="0"/>
            <a:chExt cx="613283" cy="5686565"/>
          </a:xfrm>
        </p:grpSpPr>
        <p:sp>
          <p:nvSpPr>
            <p:cNvPr id="24" name="Freeform 24"/>
            <p:cNvSpPr/>
            <p:nvPr/>
          </p:nvSpPr>
          <p:spPr>
            <a:xfrm>
              <a:off x="28405" y="0"/>
              <a:ext cx="585005" cy="5686552"/>
            </a:xfrm>
            <a:custGeom>
              <a:avLst/>
              <a:gdLst/>
              <a:ahLst/>
              <a:cxnLst/>
              <a:rect l="l" t="t" r="r" b="b"/>
              <a:pathLst>
                <a:path w="585005" h="5686552">
                  <a:moveTo>
                    <a:pt x="438955" y="5663438"/>
                  </a:moveTo>
                  <a:cubicBezTo>
                    <a:pt x="417619" y="5655437"/>
                    <a:pt x="397680" y="5645404"/>
                    <a:pt x="379265" y="5633847"/>
                  </a:cubicBezTo>
                  <a:cubicBezTo>
                    <a:pt x="371899" y="5629148"/>
                    <a:pt x="369613" y="5619369"/>
                    <a:pt x="374312" y="5611876"/>
                  </a:cubicBezTo>
                  <a:cubicBezTo>
                    <a:pt x="379011" y="5604383"/>
                    <a:pt x="388790" y="5602224"/>
                    <a:pt x="396283" y="5606923"/>
                  </a:cubicBezTo>
                  <a:cubicBezTo>
                    <a:pt x="412793" y="5617337"/>
                    <a:pt x="430827" y="5626354"/>
                    <a:pt x="450131" y="5633593"/>
                  </a:cubicBezTo>
                  <a:cubicBezTo>
                    <a:pt x="458386" y="5636641"/>
                    <a:pt x="462450" y="5645785"/>
                    <a:pt x="459402" y="5654040"/>
                  </a:cubicBezTo>
                  <a:cubicBezTo>
                    <a:pt x="456354" y="5662295"/>
                    <a:pt x="447210" y="5666359"/>
                    <a:pt x="438955" y="5663311"/>
                  </a:cubicBezTo>
                  <a:close/>
                  <a:moveTo>
                    <a:pt x="327195" y="5591556"/>
                  </a:moveTo>
                  <a:cubicBezTo>
                    <a:pt x="311193" y="5575046"/>
                    <a:pt x="297604" y="5556758"/>
                    <a:pt x="287190" y="5536946"/>
                  </a:cubicBezTo>
                  <a:cubicBezTo>
                    <a:pt x="283126" y="5529199"/>
                    <a:pt x="286047" y="5519547"/>
                    <a:pt x="293794" y="5515483"/>
                  </a:cubicBezTo>
                  <a:cubicBezTo>
                    <a:pt x="301541" y="5511419"/>
                    <a:pt x="311193" y="5514340"/>
                    <a:pt x="315257" y="5522087"/>
                  </a:cubicBezTo>
                  <a:cubicBezTo>
                    <a:pt x="324274" y="5538978"/>
                    <a:pt x="335958" y="5554853"/>
                    <a:pt x="350055" y="5569458"/>
                  </a:cubicBezTo>
                  <a:cubicBezTo>
                    <a:pt x="356151" y="5575808"/>
                    <a:pt x="356024" y="5585841"/>
                    <a:pt x="349674" y="5591937"/>
                  </a:cubicBezTo>
                  <a:cubicBezTo>
                    <a:pt x="343324" y="5598033"/>
                    <a:pt x="333291" y="5597906"/>
                    <a:pt x="327195" y="5591556"/>
                  </a:cubicBezTo>
                  <a:close/>
                  <a:moveTo>
                    <a:pt x="265092" y="5472303"/>
                  </a:moveTo>
                  <a:cubicBezTo>
                    <a:pt x="263314" y="5461635"/>
                    <a:pt x="262425" y="5450713"/>
                    <a:pt x="262425" y="5439537"/>
                  </a:cubicBezTo>
                  <a:lnTo>
                    <a:pt x="278300" y="5439537"/>
                  </a:lnTo>
                  <a:lnTo>
                    <a:pt x="262425" y="5439537"/>
                  </a:lnTo>
                  <a:lnTo>
                    <a:pt x="262425" y="5406390"/>
                  </a:lnTo>
                  <a:cubicBezTo>
                    <a:pt x="262425" y="5397627"/>
                    <a:pt x="269537" y="5390515"/>
                    <a:pt x="278300" y="5390515"/>
                  </a:cubicBezTo>
                  <a:cubicBezTo>
                    <a:pt x="287063" y="5390515"/>
                    <a:pt x="294175" y="5397627"/>
                    <a:pt x="294175" y="5406390"/>
                  </a:cubicBezTo>
                  <a:lnTo>
                    <a:pt x="294175" y="5439664"/>
                  </a:lnTo>
                  <a:cubicBezTo>
                    <a:pt x="294175" y="5449062"/>
                    <a:pt x="294937" y="5458206"/>
                    <a:pt x="296461" y="5467223"/>
                  </a:cubicBezTo>
                  <a:cubicBezTo>
                    <a:pt x="297858" y="5475859"/>
                    <a:pt x="292016" y="5483987"/>
                    <a:pt x="283380" y="5485511"/>
                  </a:cubicBezTo>
                  <a:cubicBezTo>
                    <a:pt x="274744" y="5487035"/>
                    <a:pt x="266616" y="5481066"/>
                    <a:pt x="265092" y="5472430"/>
                  </a:cubicBezTo>
                  <a:close/>
                  <a:moveTo>
                    <a:pt x="262425" y="5342890"/>
                  </a:moveTo>
                  <a:lnTo>
                    <a:pt x="262425" y="5279390"/>
                  </a:lnTo>
                  <a:cubicBezTo>
                    <a:pt x="262425" y="5270627"/>
                    <a:pt x="269537" y="5263515"/>
                    <a:pt x="278300" y="5263515"/>
                  </a:cubicBezTo>
                  <a:cubicBezTo>
                    <a:pt x="287063" y="5263515"/>
                    <a:pt x="294175" y="5270627"/>
                    <a:pt x="294175" y="5279390"/>
                  </a:cubicBezTo>
                  <a:lnTo>
                    <a:pt x="294175" y="5342890"/>
                  </a:lnTo>
                  <a:cubicBezTo>
                    <a:pt x="294175" y="5351653"/>
                    <a:pt x="287063" y="5358765"/>
                    <a:pt x="278300" y="5358765"/>
                  </a:cubicBezTo>
                  <a:cubicBezTo>
                    <a:pt x="269537" y="5358765"/>
                    <a:pt x="262425" y="5351653"/>
                    <a:pt x="262425" y="5342890"/>
                  </a:cubicBezTo>
                  <a:close/>
                  <a:moveTo>
                    <a:pt x="262425" y="5215890"/>
                  </a:moveTo>
                  <a:lnTo>
                    <a:pt x="262425" y="5152390"/>
                  </a:lnTo>
                  <a:cubicBezTo>
                    <a:pt x="262425" y="5143627"/>
                    <a:pt x="269537" y="5136515"/>
                    <a:pt x="278300" y="5136515"/>
                  </a:cubicBezTo>
                  <a:cubicBezTo>
                    <a:pt x="287063" y="5136515"/>
                    <a:pt x="294175" y="5143627"/>
                    <a:pt x="294175" y="5152390"/>
                  </a:cubicBezTo>
                  <a:lnTo>
                    <a:pt x="294175" y="5215890"/>
                  </a:lnTo>
                  <a:cubicBezTo>
                    <a:pt x="294175" y="5224653"/>
                    <a:pt x="287063" y="5231765"/>
                    <a:pt x="278300" y="5231765"/>
                  </a:cubicBezTo>
                  <a:cubicBezTo>
                    <a:pt x="269537" y="5231765"/>
                    <a:pt x="262425" y="5224653"/>
                    <a:pt x="262425" y="5215890"/>
                  </a:cubicBezTo>
                  <a:close/>
                  <a:moveTo>
                    <a:pt x="262425" y="5088890"/>
                  </a:moveTo>
                  <a:lnTo>
                    <a:pt x="262425" y="5025390"/>
                  </a:lnTo>
                  <a:cubicBezTo>
                    <a:pt x="262425" y="5016627"/>
                    <a:pt x="269537" y="5009515"/>
                    <a:pt x="278300" y="5009515"/>
                  </a:cubicBezTo>
                  <a:cubicBezTo>
                    <a:pt x="287063" y="5009515"/>
                    <a:pt x="294175" y="5016627"/>
                    <a:pt x="294175" y="5025390"/>
                  </a:cubicBezTo>
                  <a:lnTo>
                    <a:pt x="294175" y="5088890"/>
                  </a:lnTo>
                  <a:cubicBezTo>
                    <a:pt x="294175" y="5097653"/>
                    <a:pt x="287063" y="5104765"/>
                    <a:pt x="278300" y="5104765"/>
                  </a:cubicBezTo>
                  <a:cubicBezTo>
                    <a:pt x="269537" y="5104765"/>
                    <a:pt x="262425" y="5097653"/>
                    <a:pt x="262425" y="5088890"/>
                  </a:cubicBezTo>
                  <a:close/>
                  <a:moveTo>
                    <a:pt x="262425" y="4961890"/>
                  </a:moveTo>
                  <a:lnTo>
                    <a:pt x="262425" y="4898390"/>
                  </a:lnTo>
                  <a:cubicBezTo>
                    <a:pt x="262425" y="4889627"/>
                    <a:pt x="269537" y="4882515"/>
                    <a:pt x="278300" y="4882515"/>
                  </a:cubicBezTo>
                  <a:cubicBezTo>
                    <a:pt x="287063" y="4882515"/>
                    <a:pt x="294175" y="4889627"/>
                    <a:pt x="294175" y="4898390"/>
                  </a:cubicBezTo>
                  <a:lnTo>
                    <a:pt x="294175" y="4961890"/>
                  </a:lnTo>
                  <a:cubicBezTo>
                    <a:pt x="294175" y="4970653"/>
                    <a:pt x="287063" y="4977765"/>
                    <a:pt x="278300" y="4977765"/>
                  </a:cubicBezTo>
                  <a:cubicBezTo>
                    <a:pt x="269537" y="4977765"/>
                    <a:pt x="262425" y="4970653"/>
                    <a:pt x="262425" y="4961890"/>
                  </a:cubicBezTo>
                  <a:close/>
                  <a:moveTo>
                    <a:pt x="262425" y="4834890"/>
                  </a:moveTo>
                  <a:lnTo>
                    <a:pt x="262425" y="4771390"/>
                  </a:lnTo>
                  <a:cubicBezTo>
                    <a:pt x="262425" y="4762627"/>
                    <a:pt x="269537" y="4755515"/>
                    <a:pt x="278300" y="4755515"/>
                  </a:cubicBezTo>
                  <a:cubicBezTo>
                    <a:pt x="287063" y="4755515"/>
                    <a:pt x="294175" y="4762627"/>
                    <a:pt x="294175" y="4771390"/>
                  </a:cubicBezTo>
                  <a:lnTo>
                    <a:pt x="294175" y="4834890"/>
                  </a:lnTo>
                  <a:cubicBezTo>
                    <a:pt x="294175" y="4843653"/>
                    <a:pt x="287063" y="4850765"/>
                    <a:pt x="278300" y="4850765"/>
                  </a:cubicBezTo>
                  <a:cubicBezTo>
                    <a:pt x="269537" y="4850765"/>
                    <a:pt x="262425" y="4843653"/>
                    <a:pt x="262425" y="4834890"/>
                  </a:cubicBezTo>
                  <a:close/>
                  <a:moveTo>
                    <a:pt x="262425" y="4707890"/>
                  </a:moveTo>
                  <a:lnTo>
                    <a:pt x="262425" y="4644390"/>
                  </a:lnTo>
                  <a:cubicBezTo>
                    <a:pt x="262425" y="4635627"/>
                    <a:pt x="269537" y="4628515"/>
                    <a:pt x="278300" y="4628515"/>
                  </a:cubicBezTo>
                  <a:cubicBezTo>
                    <a:pt x="287063" y="4628515"/>
                    <a:pt x="294175" y="4635627"/>
                    <a:pt x="294175" y="4644390"/>
                  </a:cubicBezTo>
                  <a:lnTo>
                    <a:pt x="294175" y="4707890"/>
                  </a:lnTo>
                  <a:cubicBezTo>
                    <a:pt x="294175" y="4716653"/>
                    <a:pt x="287063" y="4723765"/>
                    <a:pt x="278300" y="4723765"/>
                  </a:cubicBezTo>
                  <a:cubicBezTo>
                    <a:pt x="269537" y="4723765"/>
                    <a:pt x="262425" y="4716653"/>
                    <a:pt x="262425" y="4707890"/>
                  </a:cubicBezTo>
                  <a:close/>
                  <a:moveTo>
                    <a:pt x="262425" y="4580890"/>
                  </a:moveTo>
                  <a:lnTo>
                    <a:pt x="262425" y="4517390"/>
                  </a:lnTo>
                  <a:cubicBezTo>
                    <a:pt x="262425" y="4508627"/>
                    <a:pt x="269537" y="4501515"/>
                    <a:pt x="278300" y="4501515"/>
                  </a:cubicBezTo>
                  <a:cubicBezTo>
                    <a:pt x="287063" y="4501515"/>
                    <a:pt x="294175" y="4508627"/>
                    <a:pt x="294175" y="4517390"/>
                  </a:cubicBezTo>
                  <a:lnTo>
                    <a:pt x="294175" y="4580890"/>
                  </a:lnTo>
                  <a:cubicBezTo>
                    <a:pt x="294175" y="4589653"/>
                    <a:pt x="287063" y="4596765"/>
                    <a:pt x="278300" y="4596765"/>
                  </a:cubicBezTo>
                  <a:cubicBezTo>
                    <a:pt x="269537" y="4596765"/>
                    <a:pt x="262425" y="4589653"/>
                    <a:pt x="262425" y="4580890"/>
                  </a:cubicBezTo>
                  <a:close/>
                  <a:moveTo>
                    <a:pt x="262425" y="4453890"/>
                  </a:moveTo>
                  <a:lnTo>
                    <a:pt x="262425" y="4390390"/>
                  </a:lnTo>
                  <a:cubicBezTo>
                    <a:pt x="262425" y="4381627"/>
                    <a:pt x="269537" y="4374515"/>
                    <a:pt x="278300" y="4374515"/>
                  </a:cubicBezTo>
                  <a:cubicBezTo>
                    <a:pt x="287063" y="4374515"/>
                    <a:pt x="294175" y="4381627"/>
                    <a:pt x="294175" y="4390390"/>
                  </a:cubicBezTo>
                  <a:lnTo>
                    <a:pt x="294175" y="4453890"/>
                  </a:lnTo>
                  <a:cubicBezTo>
                    <a:pt x="294175" y="4462653"/>
                    <a:pt x="287063" y="4469765"/>
                    <a:pt x="278300" y="4469765"/>
                  </a:cubicBezTo>
                  <a:cubicBezTo>
                    <a:pt x="269537" y="4469765"/>
                    <a:pt x="262425" y="4462653"/>
                    <a:pt x="262425" y="4453890"/>
                  </a:cubicBezTo>
                  <a:close/>
                  <a:moveTo>
                    <a:pt x="262425" y="4326890"/>
                  </a:moveTo>
                  <a:lnTo>
                    <a:pt x="262425" y="4263390"/>
                  </a:lnTo>
                  <a:cubicBezTo>
                    <a:pt x="262425" y="4254627"/>
                    <a:pt x="269537" y="4247515"/>
                    <a:pt x="278300" y="4247515"/>
                  </a:cubicBezTo>
                  <a:cubicBezTo>
                    <a:pt x="287063" y="4247515"/>
                    <a:pt x="294175" y="4254627"/>
                    <a:pt x="294175" y="4263390"/>
                  </a:cubicBezTo>
                  <a:lnTo>
                    <a:pt x="294175" y="4326890"/>
                  </a:lnTo>
                  <a:cubicBezTo>
                    <a:pt x="294175" y="4335653"/>
                    <a:pt x="287063" y="4342765"/>
                    <a:pt x="278300" y="4342765"/>
                  </a:cubicBezTo>
                  <a:cubicBezTo>
                    <a:pt x="269537" y="4342765"/>
                    <a:pt x="262425" y="4335653"/>
                    <a:pt x="262425" y="4326890"/>
                  </a:cubicBezTo>
                  <a:close/>
                  <a:moveTo>
                    <a:pt x="262425" y="4199890"/>
                  </a:moveTo>
                  <a:lnTo>
                    <a:pt x="262425" y="4136390"/>
                  </a:lnTo>
                  <a:cubicBezTo>
                    <a:pt x="262425" y="4127627"/>
                    <a:pt x="269537" y="4120515"/>
                    <a:pt x="278300" y="4120515"/>
                  </a:cubicBezTo>
                  <a:cubicBezTo>
                    <a:pt x="287063" y="4120515"/>
                    <a:pt x="294175" y="4127627"/>
                    <a:pt x="294175" y="4136390"/>
                  </a:cubicBezTo>
                  <a:lnTo>
                    <a:pt x="294175" y="4199890"/>
                  </a:lnTo>
                  <a:cubicBezTo>
                    <a:pt x="294175" y="4208653"/>
                    <a:pt x="287063" y="4215765"/>
                    <a:pt x="278300" y="4215765"/>
                  </a:cubicBezTo>
                  <a:cubicBezTo>
                    <a:pt x="269537" y="4215765"/>
                    <a:pt x="262425" y="4208653"/>
                    <a:pt x="262425" y="4199890"/>
                  </a:cubicBezTo>
                  <a:close/>
                  <a:moveTo>
                    <a:pt x="262425" y="4072890"/>
                  </a:moveTo>
                  <a:lnTo>
                    <a:pt x="262425" y="4009390"/>
                  </a:lnTo>
                  <a:cubicBezTo>
                    <a:pt x="262425" y="4000627"/>
                    <a:pt x="269537" y="3993515"/>
                    <a:pt x="278300" y="3993515"/>
                  </a:cubicBezTo>
                  <a:cubicBezTo>
                    <a:pt x="287063" y="3993515"/>
                    <a:pt x="294175" y="4000627"/>
                    <a:pt x="294175" y="4009390"/>
                  </a:cubicBezTo>
                  <a:lnTo>
                    <a:pt x="294175" y="4072890"/>
                  </a:lnTo>
                  <a:cubicBezTo>
                    <a:pt x="294175" y="4081653"/>
                    <a:pt x="287063" y="4088765"/>
                    <a:pt x="278300" y="4088765"/>
                  </a:cubicBezTo>
                  <a:cubicBezTo>
                    <a:pt x="269537" y="4088765"/>
                    <a:pt x="262425" y="4081653"/>
                    <a:pt x="262425" y="4072890"/>
                  </a:cubicBezTo>
                  <a:close/>
                  <a:moveTo>
                    <a:pt x="262425" y="3945890"/>
                  </a:moveTo>
                  <a:lnTo>
                    <a:pt x="262425" y="3882390"/>
                  </a:lnTo>
                  <a:cubicBezTo>
                    <a:pt x="262425" y="3873627"/>
                    <a:pt x="269537" y="3866515"/>
                    <a:pt x="278300" y="3866515"/>
                  </a:cubicBezTo>
                  <a:cubicBezTo>
                    <a:pt x="287063" y="3866515"/>
                    <a:pt x="294175" y="3873627"/>
                    <a:pt x="294175" y="3882390"/>
                  </a:cubicBezTo>
                  <a:lnTo>
                    <a:pt x="294175" y="3945890"/>
                  </a:lnTo>
                  <a:cubicBezTo>
                    <a:pt x="294175" y="3954653"/>
                    <a:pt x="287063" y="3961765"/>
                    <a:pt x="278300" y="3961765"/>
                  </a:cubicBezTo>
                  <a:cubicBezTo>
                    <a:pt x="269537" y="3961765"/>
                    <a:pt x="262425" y="3954653"/>
                    <a:pt x="262425" y="3945890"/>
                  </a:cubicBezTo>
                  <a:close/>
                  <a:moveTo>
                    <a:pt x="262425" y="3818890"/>
                  </a:moveTo>
                  <a:lnTo>
                    <a:pt x="262425" y="3755390"/>
                  </a:lnTo>
                  <a:cubicBezTo>
                    <a:pt x="262425" y="3746627"/>
                    <a:pt x="269537" y="3739515"/>
                    <a:pt x="278300" y="3739515"/>
                  </a:cubicBezTo>
                  <a:cubicBezTo>
                    <a:pt x="287063" y="3739515"/>
                    <a:pt x="294175" y="3746627"/>
                    <a:pt x="294175" y="3755390"/>
                  </a:cubicBezTo>
                  <a:lnTo>
                    <a:pt x="294175" y="3818890"/>
                  </a:lnTo>
                  <a:cubicBezTo>
                    <a:pt x="294175" y="3827653"/>
                    <a:pt x="287063" y="3834765"/>
                    <a:pt x="278300" y="3834765"/>
                  </a:cubicBezTo>
                  <a:cubicBezTo>
                    <a:pt x="269537" y="3834765"/>
                    <a:pt x="262425" y="3827653"/>
                    <a:pt x="262425" y="3818890"/>
                  </a:cubicBezTo>
                  <a:close/>
                  <a:moveTo>
                    <a:pt x="262425" y="3691890"/>
                  </a:moveTo>
                  <a:lnTo>
                    <a:pt x="262425" y="3628390"/>
                  </a:lnTo>
                  <a:cubicBezTo>
                    <a:pt x="262425" y="3619627"/>
                    <a:pt x="269537" y="3612515"/>
                    <a:pt x="278300" y="3612515"/>
                  </a:cubicBezTo>
                  <a:cubicBezTo>
                    <a:pt x="287063" y="3612515"/>
                    <a:pt x="294175" y="3619627"/>
                    <a:pt x="294175" y="3628390"/>
                  </a:cubicBezTo>
                  <a:lnTo>
                    <a:pt x="294175" y="3691890"/>
                  </a:lnTo>
                  <a:cubicBezTo>
                    <a:pt x="294175" y="3700653"/>
                    <a:pt x="287063" y="3707765"/>
                    <a:pt x="278300" y="3707765"/>
                  </a:cubicBezTo>
                  <a:cubicBezTo>
                    <a:pt x="269537" y="3707765"/>
                    <a:pt x="262425" y="3700653"/>
                    <a:pt x="262425" y="3691890"/>
                  </a:cubicBezTo>
                  <a:close/>
                  <a:moveTo>
                    <a:pt x="262425" y="3564890"/>
                  </a:moveTo>
                  <a:lnTo>
                    <a:pt x="262425" y="3501390"/>
                  </a:lnTo>
                  <a:cubicBezTo>
                    <a:pt x="262425" y="3492627"/>
                    <a:pt x="269537" y="3485515"/>
                    <a:pt x="278300" y="3485515"/>
                  </a:cubicBezTo>
                  <a:cubicBezTo>
                    <a:pt x="287063" y="3485515"/>
                    <a:pt x="294175" y="3492627"/>
                    <a:pt x="294175" y="3501390"/>
                  </a:cubicBezTo>
                  <a:lnTo>
                    <a:pt x="294175" y="3564890"/>
                  </a:lnTo>
                  <a:cubicBezTo>
                    <a:pt x="294175" y="3573653"/>
                    <a:pt x="287063" y="3580765"/>
                    <a:pt x="278300" y="3580765"/>
                  </a:cubicBezTo>
                  <a:cubicBezTo>
                    <a:pt x="269537" y="3580765"/>
                    <a:pt x="262425" y="3573653"/>
                    <a:pt x="262425" y="3564890"/>
                  </a:cubicBezTo>
                  <a:close/>
                  <a:moveTo>
                    <a:pt x="262425" y="3437890"/>
                  </a:moveTo>
                  <a:lnTo>
                    <a:pt x="262425" y="3374390"/>
                  </a:lnTo>
                  <a:cubicBezTo>
                    <a:pt x="262425" y="3365627"/>
                    <a:pt x="269537" y="3358515"/>
                    <a:pt x="278300" y="3358515"/>
                  </a:cubicBezTo>
                  <a:cubicBezTo>
                    <a:pt x="287063" y="3358515"/>
                    <a:pt x="294175" y="3365627"/>
                    <a:pt x="294175" y="3374390"/>
                  </a:cubicBezTo>
                  <a:lnTo>
                    <a:pt x="294175" y="3437890"/>
                  </a:lnTo>
                  <a:cubicBezTo>
                    <a:pt x="294175" y="3446653"/>
                    <a:pt x="287063" y="3453765"/>
                    <a:pt x="278300" y="3453765"/>
                  </a:cubicBezTo>
                  <a:cubicBezTo>
                    <a:pt x="269537" y="3453765"/>
                    <a:pt x="262425" y="3446653"/>
                    <a:pt x="262425" y="3437890"/>
                  </a:cubicBezTo>
                  <a:close/>
                  <a:moveTo>
                    <a:pt x="262425" y="3310890"/>
                  </a:moveTo>
                  <a:lnTo>
                    <a:pt x="262425" y="3247390"/>
                  </a:lnTo>
                  <a:cubicBezTo>
                    <a:pt x="262425" y="3238627"/>
                    <a:pt x="269537" y="3231515"/>
                    <a:pt x="278300" y="3231515"/>
                  </a:cubicBezTo>
                  <a:cubicBezTo>
                    <a:pt x="287063" y="3231515"/>
                    <a:pt x="294175" y="3238627"/>
                    <a:pt x="294175" y="3247390"/>
                  </a:cubicBezTo>
                  <a:lnTo>
                    <a:pt x="294175" y="3310890"/>
                  </a:lnTo>
                  <a:cubicBezTo>
                    <a:pt x="294175" y="3319653"/>
                    <a:pt x="287063" y="3326765"/>
                    <a:pt x="278300" y="3326765"/>
                  </a:cubicBezTo>
                  <a:cubicBezTo>
                    <a:pt x="269537" y="3326765"/>
                    <a:pt x="262425" y="3319653"/>
                    <a:pt x="262425" y="3310890"/>
                  </a:cubicBezTo>
                  <a:close/>
                  <a:moveTo>
                    <a:pt x="262425" y="3183890"/>
                  </a:moveTo>
                  <a:lnTo>
                    <a:pt x="262425" y="3120390"/>
                  </a:lnTo>
                  <a:cubicBezTo>
                    <a:pt x="262425" y="3111627"/>
                    <a:pt x="269537" y="3104515"/>
                    <a:pt x="278300" y="3104515"/>
                  </a:cubicBezTo>
                  <a:cubicBezTo>
                    <a:pt x="287063" y="3104515"/>
                    <a:pt x="294175" y="3111627"/>
                    <a:pt x="294175" y="3120390"/>
                  </a:cubicBezTo>
                  <a:lnTo>
                    <a:pt x="294175" y="3183890"/>
                  </a:lnTo>
                  <a:cubicBezTo>
                    <a:pt x="294175" y="3192653"/>
                    <a:pt x="287063" y="3199765"/>
                    <a:pt x="278300" y="3199765"/>
                  </a:cubicBezTo>
                  <a:cubicBezTo>
                    <a:pt x="269537" y="3199765"/>
                    <a:pt x="262425" y="3192653"/>
                    <a:pt x="262425" y="3183890"/>
                  </a:cubicBezTo>
                  <a:close/>
                  <a:moveTo>
                    <a:pt x="262425" y="3056890"/>
                  </a:moveTo>
                  <a:lnTo>
                    <a:pt x="262425" y="2993390"/>
                  </a:lnTo>
                  <a:cubicBezTo>
                    <a:pt x="262425" y="2984627"/>
                    <a:pt x="269537" y="2977515"/>
                    <a:pt x="278300" y="2977515"/>
                  </a:cubicBezTo>
                  <a:cubicBezTo>
                    <a:pt x="287063" y="2977515"/>
                    <a:pt x="294175" y="2984627"/>
                    <a:pt x="294175" y="2993390"/>
                  </a:cubicBezTo>
                  <a:lnTo>
                    <a:pt x="294175" y="3056890"/>
                  </a:lnTo>
                  <a:cubicBezTo>
                    <a:pt x="294175" y="3065653"/>
                    <a:pt x="287063" y="3072765"/>
                    <a:pt x="278300" y="3072765"/>
                  </a:cubicBezTo>
                  <a:cubicBezTo>
                    <a:pt x="269537" y="3072765"/>
                    <a:pt x="262425" y="3065653"/>
                    <a:pt x="262425" y="3056890"/>
                  </a:cubicBezTo>
                  <a:close/>
                  <a:moveTo>
                    <a:pt x="262425" y="2929890"/>
                  </a:moveTo>
                  <a:lnTo>
                    <a:pt x="262425" y="2866390"/>
                  </a:lnTo>
                  <a:cubicBezTo>
                    <a:pt x="262425" y="2857627"/>
                    <a:pt x="269537" y="2850515"/>
                    <a:pt x="278300" y="2850515"/>
                  </a:cubicBezTo>
                  <a:cubicBezTo>
                    <a:pt x="287063" y="2850515"/>
                    <a:pt x="294175" y="2857627"/>
                    <a:pt x="294175" y="2866390"/>
                  </a:cubicBezTo>
                  <a:lnTo>
                    <a:pt x="294175" y="2929890"/>
                  </a:lnTo>
                  <a:cubicBezTo>
                    <a:pt x="294175" y="2938653"/>
                    <a:pt x="287063" y="2945765"/>
                    <a:pt x="278300" y="2945765"/>
                  </a:cubicBezTo>
                  <a:cubicBezTo>
                    <a:pt x="269537" y="2945765"/>
                    <a:pt x="262425" y="2938653"/>
                    <a:pt x="262425" y="2929890"/>
                  </a:cubicBezTo>
                  <a:close/>
                  <a:moveTo>
                    <a:pt x="262425" y="2802890"/>
                  </a:moveTo>
                  <a:lnTo>
                    <a:pt x="262425" y="2739390"/>
                  </a:lnTo>
                  <a:cubicBezTo>
                    <a:pt x="262425" y="2730627"/>
                    <a:pt x="269537" y="2723515"/>
                    <a:pt x="278300" y="2723515"/>
                  </a:cubicBezTo>
                  <a:cubicBezTo>
                    <a:pt x="287063" y="2723515"/>
                    <a:pt x="294175" y="2730627"/>
                    <a:pt x="294175" y="2739390"/>
                  </a:cubicBezTo>
                  <a:lnTo>
                    <a:pt x="294175" y="2802890"/>
                  </a:lnTo>
                  <a:cubicBezTo>
                    <a:pt x="294175" y="2811653"/>
                    <a:pt x="287063" y="2818765"/>
                    <a:pt x="278300" y="2818765"/>
                  </a:cubicBezTo>
                  <a:cubicBezTo>
                    <a:pt x="269537" y="2818765"/>
                    <a:pt x="262425" y="2811653"/>
                    <a:pt x="262425" y="2802890"/>
                  </a:cubicBezTo>
                  <a:close/>
                  <a:moveTo>
                    <a:pt x="262425" y="2675890"/>
                  </a:moveTo>
                  <a:lnTo>
                    <a:pt x="262425" y="2612390"/>
                  </a:lnTo>
                  <a:cubicBezTo>
                    <a:pt x="262425" y="2603627"/>
                    <a:pt x="269537" y="2596515"/>
                    <a:pt x="278300" y="2596515"/>
                  </a:cubicBezTo>
                  <a:cubicBezTo>
                    <a:pt x="287063" y="2596515"/>
                    <a:pt x="294175" y="2603627"/>
                    <a:pt x="294175" y="2612390"/>
                  </a:cubicBezTo>
                  <a:lnTo>
                    <a:pt x="294175" y="2675890"/>
                  </a:lnTo>
                  <a:cubicBezTo>
                    <a:pt x="294175" y="2684653"/>
                    <a:pt x="287063" y="2691765"/>
                    <a:pt x="278300" y="2691765"/>
                  </a:cubicBezTo>
                  <a:cubicBezTo>
                    <a:pt x="269537" y="2691765"/>
                    <a:pt x="262425" y="2684653"/>
                    <a:pt x="262425" y="2675890"/>
                  </a:cubicBezTo>
                  <a:close/>
                  <a:moveTo>
                    <a:pt x="262425" y="2548890"/>
                  </a:moveTo>
                  <a:lnTo>
                    <a:pt x="262425" y="2485390"/>
                  </a:lnTo>
                  <a:cubicBezTo>
                    <a:pt x="262425" y="2476627"/>
                    <a:pt x="269537" y="2469515"/>
                    <a:pt x="278300" y="2469515"/>
                  </a:cubicBezTo>
                  <a:cubicBezTo>
                    <a:pt x="287063" y="2469515"/>
                    <a:pt x="294175" y="2476627"/>
                    <a:pt x="294175" y="2485390"/>
                  </a:cubicBezTo>
                  <a:lnTo>
                    <a:pt x="294175" y="2548890"/>
                  </a:lnTo>
                  <a:cubicBezTo>
                    <a:pt x="294175" y="2557653"/>
                    <a:pt x="287063" y="2564765"/>
                    <a:pt x="278300" y="2564765"/>
                  </a:cubicBezTo>
                  <a:cubicBezTo>
                    <a:pt x="269537" y="2564765"/>
                    <a:pt x="262425" y="2557653"/>
                    <a:pt x="262425" y="2548890"/>
                  </a:cubicBezTo>
                  <a:close/>
                  <a:moveTo>
                    <a:pt x="262425" y="2421890"/>
                  </a:moveTo>
                  <a:lnTo>
                    <a:pt x="262425" y="2358390"/>
                  </a:lnTo>
                  <a:cubicBezTo>
                    <a:pt x="262425" y="2349627"/>
                    <a:pt x="269537" y="2342515"/>
                    <a:pt x="278300" y="2342515"/>
                  </a:cubicBezTo>
                  <a:cubicBezTo>
                    <a:pt x="287063" y="2342515"/>
                    <a:pt x="294175" y="2349627"/>
                    <a:pt x="294175" y="2358390"/>
                  </a:cubicBezTo>
                  <a:lnTo>
                    <a:pt x="294175" y="2421890"/>
                  </a:lnTo>
                  <a:cubicBezTo>
                    <a:pt x="294175" y="2430653"/>
                    <a:pt x="287063" y="2437765"/>
                    <a:pt x="278300" y="2437765"/>
                  </a:cubicBezTo>
                  <a:cubicBezTo>
                    <a:pt x="269537" y="2437765"/>
                    <a:pt x="262425" y="2430653"/>
                    <a:pt x="262425" y="2421890"/>
                  </a:cubicBezTo>
                  <a:close/>
                  <a:moveTo>
                    <a:pt x="262425" y="2294890"/>
                  </a:moveTo>
                  <a:lnTo>
                    <a:pt x="262425" y="2231390"/>
                  </a:lnTo>
                  <a:cubicBezTo>
                    <a:pt x="262425" y="2222627"/>
                    <a:pt x="269537" y="2215515"/>
                    <a:pt x="278300" y="2215515"/>
                  </a:cubicBezTo>
                  <a:cubicBezTo>
                    <a:pt x="287063" y="2215515"/>
                    <a:pt x="294175" y="2222627"/>
                    <a:pt x="294175" y="2231390"/>
                  </a:cubicBezTo>
                  <a:lnTo>
                    <a:pt x="294175" y="2294890"/>
                  </a:lnTo>
                  <a:cubicBezTo>
                    <a:pt x="294175" y="2303653"/>
                    <a:pt x="287063" y="2310765"/>
                    <a:pt x="278300" y="2310765"/>
                  </a:cubicBezTo>
                  <a:cubicBezTo>
                    <a:pt x="269537" y="2310765"/>
                    <a:pt x="262425" y="2303653"/>
                    <a:pt x="262425" y="2294890"/>
                  </a:cubicBezTo>
                  <a:close/>
                  <a:moveTo>
                    <a:pt x="262425" y="2167890"/>
                  </a:moveTo>
                  <a:lnTo>
                    <a:pt x="262425" y="2104390"/>
                  </a:lnTo>
                  <a:cubicBezTo>
                    <a:pt x="262425" y="2095627"/>
                    <a:pt x="269537" y="2088515"/>
                    <a:pt x="278300" y="2088515"/>
                  </a:cubicBezTo>
                  <a:cubicBezTo>
                    <a:pt x="287063" y="2088515"/>
                    <a:pt x="294175" y="2095627"/>
                    <a:pt x="294175" y="2104390"/>
                  </a:cubicBezTo>
                  <a:lnTo>
                    <a:pt x="294175" y="2167890"/>
                  </a:lnTo>
                  <a:cubicBezTo>
                    <a:pt x="294175" y="2176653"/>
                    <a:pt x="287063" y="2183765"/>
                    <a:pt x="278300" y="2183765"/>
                  </a:cubicBezTo>
                  <a:cubicBezTo>
                    <a:pt x="269537" y="2183765"/>
                    <a:pt x="262425" y="2176653"/>
                    <a:pt x="262425" y="2167890"/>
                  </a:cubicBezTo>
                  <a:close/>
                  <a:moveTo>
                    <a:pt x="262425" y="2040890"/>
                  </a:moveTo>
                  <a:lnTo>
                    <a:pt x="262425" y="1977390"/>
                  </a:lnTo>
                  <a:cubicBezTo>
                    <a:pt x="262425" y="1968627"/>
                    <a:pt x="269537" y="1961515"/>
                    <a:pt x="278300" y="1961515"/>
                  </a:cubicBezTo>
                  <a:cubicBezTo>
                    <a:pt x="287063" y="1961515"/>
                    <a:pt x="294175" y="1968627"/>
                    <a:pt x="294175" y="1977390"/>
                  </a:cubicBezTo>
                  <a:lnTo>
                    <a:pt x="294175" y="2040890"/>
                  </a:lnTo>
                  <a:cubicBezTo>
                    <a:pt x="294175" y="2049653"/>
                    <a:pt x="287063" y="2056765"/>
                    <a:pt x="278300" y="2056765"/>
                  </a:cubicBezTo>
                  <a:cubicBezTo>
                    <a:pt x="269537" y="2056765"/>
                    <a:pt x="262425" y="2049653"/>
                    <a:pt x="262425" y="2040890"/>
                  </a:cubicBezTo>
                  <a:close/>
                  <a:moveTo>
                    <a:pt x="262425" y="1913890"/>
                  </a:moveTo>
                  <a:lnTo>
                    <a:pt x="262425" y="1850390"/>
                  </a:lnTo>
                  <a:cubicBezTo>
                    <a:pt x="262425" y="1841627"/>
                    <a:pt x="269537" y="1834515"/>
                    <a:pt x="278300" y="1834515"/>
                  </a:cubicBezTo>
                  <a:cubicBezTo>
                    <a:pt x="287063" y="1834515"/>
                    <a:pt x="294175" y="1841627"/>
                    <a:pt x="294175" y="1850390"/>
                  </a:cubicBezTo>
                  <a:lnTo>
                    <a:pt x="294175" y="1913890"/>
                  </a:lnTo>
                  <a:cubicBezTo>
                    <a:pt x="294175" y="1922653"/>
                    <a:pt x="287063" y="1929765"/>
                    <a:pt x="278300" y="1929765"/>
                  </a:cubicBezTo>
                  <a:cubicBezTo>
                    <a:pt x="269537" y="1929765"/>
                    <a:pt x="262425" y="1922653"/>
                    <a:pt x="262425" y="1913890"/>
                  </a:cubicBezTo>
                  <a:close/>
                  <a:moveTo>
                    <a:pt x="262425" y="1786890"/>
                  </a:moveTo>
                  <a:lnTo>
                    <a:pt x="262425" y="1723390"/>
                  </a:lnTo>
                  <a:cubicBezTo>
                    <a:pt x="262425" y="1714627"/>
                    <a:pt x="269537" y="1707515"/>
                    <a:pt x="278300" y="1707515"/>
                  </a:cubicBezTo>
                  <a:cubicBezTo>
                    <a:pt x="287063" y="1707515"/>
                    <a:pt x="294175" y="1714627"/>
                    <a:pt x="294175" y="1723390"/>
                  </a:cubicBezTo>
                  <a:lnTo>
                    <a:pt x="294175" y="1786890"/>
                  </a:lnTo>
                  <a:cubicBezTo>
                    <a:pt x="294175" y="1795653"/>
                    <a:pt x="287063" y="1802765"/>
                    <a:pt x="278300" y="1802765"/>
                  </a:cubicBezTo>
                  <a:cubicBezTo>
                    <a:pt x="269537" y="1802765"/>
                    <a:pt x="262425" y="1795653"/>
                    <a:pt x="262425" y="1786890"/>
                  </a:cubicBezTo>
                  <a:close/>
                  <a:moveTo>
                    <a:pt x="262425" y="1659890"/>
                  </a:moveTo>
                  <a:lnTo>
                    <a:pt x="262425" y="1596390"/>
                  </a:lnTo>
                  <a:cubicBezTo>
                    <a:pt x="262425" y="1587627"/>
                    <a:pt x="269537" y="1580515"/>
                    <a:pt x="278300" y="1580515"/>
                  </a:cubicBezTo>
                  <a:cubicBezTo>
                    <a:pt x="287063" y="1580515"/>
                    <a:pt x="294175" y="1587627"/>
                    <a:pt x="294175" y="1596390"/>
                  </a:cubicBezTo>
                  <a:lnTo>
                    <a:pt x="294175" y="1659890"/>
                  </a:lnTo>
                  <a:cubicBezTo>
                    <a:pt x="294175" y="1668653"/>
                    <a:pt x="287063" y="1675765"/>
                    <a:pt x="278300" y="1675765"/>
                  </a:cubicBezTo>
                  <a:cubicBezTo>
                    <a:pt x="269537" y="1675765"/>
                    <a:pt x="262425" y="1668653"/>
                    <a:pt x="262425" y="1659890"/>
                  </a:cubicBezTo>
                  <a:close/>
                  <a:moveTo>
                    <a:pt x="262425" y="1532890"/>
                  </a:moveTo>
                  <a:lnTo>
                    <a:pt x="262425" y="1469390"/>
                  </a:lnTo>
                  <a:cubicBezTo>
                    <a:pt x="262425" y="1460627"/>
                    <a:pt x="269537" y="1453515"/>
                    <a:pt x="278300" y="1453515"/>
                  </a:cubicBezTo>
                  <a:cubicBezTo>
                    <a:pt x="287063" y="1453515"/>
                    <a:pt x="294175" y="1460627"/>
                    <a:pt x="294175" y="1469390"/>
                  </a:cubicBezTo>
                  <a:lnTo>
                    <a:pt x="294175" y="1532890"/>
                  </a:lnTo>
                  <a:cubicBezTo>
                    <a:pt x="294175" y="1541653"/>
                    <a:pt x="287063" y="1548765"/>
                    <a:pt x="278300" y="1548765"/>
                  </a:cubicBezTo>
                  <a:cubicBezTo>
                    <a:pt x="269537" y="1548765"/>
                    <a:pt x="262425" y="1541653"/>
                    <a:pt x="262425" y="1532890"/>
                  </a:cubicBezTo>
                  <a:close/>
                  <a:moveTo>
                    <a:pt x="262425" y="1405890"/>
                  </a:moveTo>
                  <a:lnTo>
                    <a:pt x="262425" y="1342390"/>
                  </a:lnTo>
                  <a:cubicBezTo>
                    <a:pt x="262425" y="1333627"/>
                    <a:pt x="269537" y="1326515"/>
                    <a:pt x="278300" y="1326515"/>
                  </a:cubicBezTo>
                  <a:cubicBezTo>
                    <a:pt x="287063" y="1326515"/>
                    <a:pt x="294175" y="1333627"/>
                    <a:pt x="294175" y="1342390"/>
                  </a:cubicBezTo>
                  <a:lnTo>
                    <a:pt x="294175" y="1405890"/>
                  </a:lnTo>
                  <a:cubicBezTo>
                    <a:pt x="294175" y="1414653"/>
                    <a:pt x="287063" y="1421765"/>
                    <a:pt x="278300" y="1421765"/>
                  </a:cubicBezTo>
                  <a:cubicBezTo>
                    <a:pt x="269537" y="1421765"/>
                    <a:pt x="262425" y="1414653"/>
                    <a:pt x="262425" y="1405890"/>
                  </a:cubicBezTo>
                  <a:close/>
                  <a:moveTo>
                    <a:pt x="262425" y="1278890"/>
                  </a:moveTo>
                  <a:lnTo>
                    <a:pt x="262425" y="1215390"/>
                  </a:lnTo>
                  <a:cubicBezTo>
                    <a:pt x="262425" y="1206627"/>
                    <a:pt x="269537" y="1199515"/>
                    <a:pt x="278300" y="1199515"/>
                  </a:cubicBezTo>
                  <a:cubicBezTo>
                    <a:pt x="287063" y="1199515"/>
                    <a:pt x="294175" y="1206627"/>
                    <a:pt x="294175" y="1215390"/>
                  </a:cubicBezTo>
                  <a:lnTo>
                    <a:pt x="294175" y="1278890"/>
                  </a:lnTo>
                  <a:cubicBezTo>
                    <a:pt x="294175" y="1287653"/>
                    <a:pt x="287063" y="1294765"/>
                    <a:pt x="278300" y="1294765"/>
                  </a:cubicBezTo>
                  <a:cubicBezTo>
                    <a:pt x="269537" y="1294765"/>
                    <a:pt x="262425" y="1287653"/>
                    <a:pt x="262425" y="1278890"/>
                  </a:cubicBezTo>
                  <a:close/>
                  <a:moveTo>
                    <a:pt x="262425" y="1151890"/>
                  </a:moveTo>
                  <a:lnTo>
                    <a:pt x="262425" y="1088390"/>
                  </a:lnTo>
                  <a:cubicBezTo>
                    <a:pt x="262425" y="1079627"/>
                    <a:pt x="269537" y="1072515"/>
                    <a:pt x="278300" y="1072515"/>
                  </a:cubicBezTo>
                  <a:cubicBezTo>
                    <a:pt x="287063" y="1072515"/>
                    <a:pt x="294175" y="1079627"/>
                    <a:pt x="294175" y="1088390"/>
                  </a:cubicBezTo>
                  <a:lnTo>
                    <a:pt x="294175" y="1151890"/>
                  </a:lnTo>
                  <a:cubicBezTo>
                    <a:pt x="294175" y="1160653"/>
                    <a:pt x="287063" y="1167765"/>
                    <a:pt x="278300" y="1167765"/>
                  </a:cubicBezTo>
                  <a:cubicBezTo>
                    <a:pt x="269537" y="1167765"/>
                    <a:pt x="262425" y="1160653"/>
                    <a:pt x="262425" y="1151890"/>
                  </a:cubicBezTo>
                  <a:close/>
                  <a:moveTo>
                    <a:pt x="262425" y="1024890"/>
                  </a:moveTo>
                  <a:lnTo>
                    <a:pt x="262425" y="961390"/>
                  </a:lnTo>
                  <a:cubicBezTo>
                    <a:pt x="262425" y="952627"/>
                    <a:pt x="269537" y="945515"/>
                    <a:pt x="278300" y="945515"/>
                  </a:cubicBezTo>
                  <a:cubicBezTo>
                    <a:pt x="287063" y="945515"/>
                    <a:pt x="294175" y="952627"/>
                    <a:pt x="294175" y="961390"/>
                  </a:cubicBezTo>
                  <a:lnTo>
                    <a:pt x="294175" y="1024890"/>
                  </a:lnTo>
                  <a:cubicBezTo>
                    <a:pt x="294175" y="1033653"/>
                    <a:pt x="287063" y="1040765"/>
                    <a:pt x="278300" y="1040765"/>
                  </a:cubicBezTo>
                  <a:cubicBezTo>
                    <a:pt x="269537" y="1040765"/>
                    <a:pt x="262425" y="1033653"/>
                    <a:pt x="262425" y="1024890"/>
                  </a:cubicBezTo>
                  <a:close/>
                  <a:moveTo>
                    <a:pt x="262425" y="897890"/>
                  </a:moveTo>
                  <a:lnTo>
                    <a:pt x="262425" y="834390"/>
                  </a:lnTo>
                  <a:cubicBezTo>
                    <a:pt x="262425" y="825627"/>
                    <a:pt x="269537" y="818515"/>
                    <a:pt x="278300" y="818515"/>
                  </a:cubicBezTo>
                  <a:cubicBezTo>
                    <a:pt x="287063" y="818515"/>
                    <a:pt x="294175" y="825627"/>
                    <a:pt x="294175" y="834390"/>
                  </a:cubicBezTo>
                  <a:lnTo>
                    <a:pt x="294175" y="897890"/>
                  </a:lnTo>
                  <a:cubicBezTo>
                    <a:pt x="294175" y="906653"/>
                    <a:pt x="287063" y="913765"/>
                    <a:pt x="278300" y="913765"/>
                  </a:cubicBezTo>
                  <a:cubicBezTo>
                    <a:pt x="269537" y="913765"/>
                    <a:pt x="262425" y="906653"/>
                    <a:pt x="262425" y="897890"/>
                  </a:cubicBezTo>
                  <a:close/>
                  <a:moveTo>
                    <a:pt x="262425" y="770890"/>
                  </a:moveTo>
                  <a:lnTo>
                    <a:pt x="262425" y="709168"/>
                  </a:lnTo>
                  <a:lnTo>
                    <a:pt x="278300" y="709168"/>
                  </a:lnTo>
                  <a:lnTo>
                    <a:pt x="262425" y="709168"/>
                  </a:lnTo>
                  <a:cubicBezTo>
                    <a:pt x="262425" y="708660"/>
                    <a:pt x="262425" y="708025"/>
                    <a:pt x="262425" y="707517"/>
                  </a:cubicBezTo>
                  <a:cubicBezTo>
                    <a:pt x="262298" y="698754"/>
                    <a:pt x="269410" y="691515"/>
                    <a:pt x="278173" y="691515"/>
                  </a:cubicBezTo>
                  <a:cubicBezTo>
                    <a:pt x="286936" y="691515"/>
                    <a:pt x="294175" y="698500"/>
                    <a:pt x="294175" y="707263"/>
                  </a:cubicBezTo>
                  <a:cubicBezTo>
                    <a:pt x="294175" y="707898"/>
                    <a:pt x="294175" y="708533"/>
                    <a:pt x="294175" y="709168"/>
                  </a:cubicBezTo>
                  <a:lnTo>
                    <a:pt x="294175" y="770890"/>
                  </a:lnTo>
                  <a:cubicBezTo>
                    <a:pt x="294175" y="779653"/>
                    <a:pt x="287063" y="786765"/>
                    <a:pt x="278300" y="786765"/>
                  </a:cubicBezTo>
                  <a:cubicBezTo>
                    <a:pt x="269537" y="786765"/>
                    <a:pt x="262425" y="779653"/>
                    <a:pt x="262425" y="770890"/>
                  </a:cubicBezTo>
                  <a:close/>
                  <a:moveTo>
                    <a:pt x="252138" y="650621"/>
                  </a:moveTo>
                  <a:cubicBezTo>
                    <a:pt x="245661" y="632587"/>
                    <a:pt x="236136" y="615442"/>
                    <a:pt x="223944" y="599440"/>
                  </a:cubicBezTo>
                  <a:cubicBezTo>
                    <a:pt x="218610" y="592455"/>
                    <a:pt x="220007" y="582549"/>
                    <a:pt x="226992" y="577215"/>
                  </a:cubicBezTo>
                  <a:cubicBezTo>
                    <a:pt x="233977" y="571881"/>
                    <a:pt x="243883" y="573278"/>
                    <a:pt x="249217" y="580263"/>
                  </a:cubicBezTo>
                  <a:cubicBezTo>
                    <a:pt x="263187" y="598551"/>
                    <a:pt x="274236" y="618617"/>
                    <a:pt x="281983" y="639826"/>
                  </a:cubicBezTo>
                  <a:cubicBezTo>
                    <a:pt x="284904" y="648081"/>
                    <a:pt x="280713" y="657225"/>
                    <a:pt x="272458" y="660146"/>
                  </a:cubicBezTo>
                  <a:cubicBezTo>
                    <a:pt x="264203" y="663067"/>
                    <a:pt x="255059" y="658876"/>
                    <a:pt x="252138" y="650621"/>
                  </a:cubicBezTo>
                  <a:close/>
                  <a:moveTo>
                    <a:pt x="182161" y="557276"/>
                  </a:moveTo>
                  <a:cubicBezTo>
                    <a:pt x="166921" y="545338"/>
                    <a:pt x="149903" y="534670"/>
                    <a:pt x="131234" y="525780"/>
                  </a:cubicBezTo>
                  <a:cubicBezTo>
                    <a:pt x="123360" y="521970"/>
                    <a:pt x="120058" y="512445"/>
                    <a:pt x="123868" y="504571"/>
                  </a:cubicBezTo>
                  <a:cubicBezTo>
                    <a:pt x="127678" y="496697"/>
                    <a:pt x="137203" y="493395"/>
                    <a:pt x="145077" y="497205"/>
                  </a:cubicBezTo>
                  <a:cubicBezTo>
                    <a:pt x="165651" y="507111"/>
                    <a:pt x="184701" y="518922"/>
                    <a:pt x="201846" y="532384"/>
                  </a:cubicBezTo>
                  <a:cubicBezTo>
                    <a:pt x="208704" y="537845"/>
                    <a:pt x="209974" y="547751"/>
                    <a:pt x="204513" y="554736"/>
                  </a:cubicBezTo>
                  <a:cubicBezTo>
                    <a:pt x="199052" y="561721"/>
                    <a:pt x="189146" y="562864"/>
                    <a:pt x="182161" y="557403"/>
                  </a:cubicBezTo>
                  <a:close/>
                  <a:moveTo>
                    <a:pt x="74719" y="505079"/>
                  </a:moveTo>
                  <a:cubicBezTo>
                    <a:pt x="55542" y="499999"/>
                    <a:pt x="35476" y="496570"/>
                    <a:pt x="14648" y="495046"/>
                  </a:cubicBezTo>
                  <a:cubicBezTo>
                    <a:pt x="5885" y="494411"/>
                    <a:pt x="-592" y="486791"/>
                    <a:pt x="43" y="478028"/>
                  </a:cubicBezTo>
                  <a:cubicBezTo>
                    <a:pt x="678" y="469265"/>
                    <a:pt x="8298" y="462788"/>
                    <a:pt x="17061" y="463423"/>
                  </a:cubicBezTo>
                  <a:cubicBezTo>
                    <a:pt x="39794" y="465201"/>
                    <a:pt x="61765" y="468884"/>
                    <a:pt x="82720" y="474472"/>
                  </a:cubicBezTo>
                  <a:cubicBezTo>
                    <a:pt x="91229" y="476758"/>
                    <a:pt x="96309" y="485394"/>
                    <a:pt x="94023" y="493903"/>
                  </a:cubicBezTo>
                  <a:cubicBezTo>
                    <a:pt x="91737" y="502412"/>
                    <a:pt x="83101" y="507492"/>
                    <a:pt x="74592" y="505206"/>
                  </a:cubicBezTo>
                  <a:close/>
                  <a:moveTo>
                    <a:pt x="20744" y="460756"/>
                  </a:moveTo>
                  <a:cubicBezTo>
                    <a:pt x="41445" y="458724"/>
                    <a:pt x="61511" y="455041"/>
                    <a:pt x="80434" y="449580"/>
                  </a:cubicBezTo>
                  <a:cubicBezTo>
                    <a:pt x="88816" y="447167"/>
                    <a:pt x="97706" y="452120"/>
                    <a:pt x="99992" y="460502"/>
                  </a:cubicBezTo>
                  <a:cubicBezTo>
                    <a:pt x="102278" y="468884"/>
                    <a:pt x="97452" y="477774"/>
                    <a:pt x="89070" y="480060"/>
                  </a:cubicBezTo>
                  <a:cubicBezTo>
                    <a:pt x="68242" y="485902"/>
                    <a:pt x="46271" y="490093"/>
                    <a:pt x="23665" y="492252"/>
                  </a:cubicBezTo>
                  <a:cubicBezTo>
                    <a:pt x="14902" y="493141"/>
                    <a:pt x="7155" y="486664"/>
                    <a:pt x="6393" y="477901"/>
                  </a:cubicBezTo>
                  <a:cubicBezTo>
                    <a:pt x="5631" y="469138"/>
                    <a:pt x="11981" y="461391"/>
                    <a:pt x="20744" y="460629"/>
                  </a:cubicBezTo>
                  <a:close/>
                  <a:moveTo>
                    <a:pt x="136695" y="427609"/>
                  </a:moveTo>
                  <a:cubicBezTo>
                    <a:pt x="155110" y="418211"/>
                    <a:pt x="171874" y="407289"/>
                    <a:pt x="186860" y="394970"/>
                  </a:cubicBezTo>
                  <a:cubicBezTo>
                    <a:pt x="193591" y="389382"/>
                    <a:pt x="203624" y="390398"/>
                    <a:pt x="209212" y="397129"/>
                  </a:cubicBezTo>
                  <a:cubicBezTo>
                    <a:pt x="214800" y="403860"/>
                    <a:pt x="213784" y="413893"/>
                    <a:pt x="207053" y="419481"/>
                  </a:cubicBezTo>
                  <a:cubicBezTo>
                    <a:pt x="190289" y="433324"/>
                    <a:pt x="171493" y="445643"/>
                    <a:pt x="151046" y="455930"/>
                  </a:cubicBezTo>
                  <a:cubicBezTo>
                    <a:pt x="143172" y="459867"/>
                    <a:pt x="133647" y="456819"/>
                    <a:pt x="129710" y="448945"/>
                  </a:cubicBezTo>
                  <a:cubicBezTo>
                    <a:pt x="125773" y="441071"/>
                    <a:pt x="128821" y="431546"/>
                    <a:pt x="136695" y="427609"/>
                  </a:cubicBezTo>
                  <a:close/>
                  <a:moveTo>
                    <a:pt x="227500" y="351790"/>
                  </a:moveTo>
                  <a:cubicBezTo>
                    <a:pt x="239184" y="335534"/>
                    <a:pt x="248074" y="318135"/>
                    <a:pt x="254043" y="299847"/>
                  </a:cubicBezTo>
                  <a:cubicBezTo>
                    <a:pt x="256710" y="291465"/>
                    <a:pt x="265727" y="286893"/>
                    <a:pt x="273982" y="289687"/>
                  </a:cubicBezTo>
                  <a:cubicBezTo>
                    <a:pt x="282237" y="292481"/>
                    <a:pt x="286936" y="301371"/>
                    <a:pt x="284142" y="309626"/>
                  </a:cubicBezTo>
                  <a:cubicBezTo>
                    <a:pt x="277157" y="331216"/>
                    <a:pt x="266616" y="351536"/>
                    <a:pt x="253281" y="370332"/>
                  </a:cubicBezTo>
                  <a:cubicBezTo>
                    <a:pt x="248201" y="377444"/>
                    <a:pt x="238295" y="379095"/>
                    <a:pt x="231183" y="374015"/>
                  </a:cubicBezTo>
                  <a:cubicBezTo>
                    <a:pt x="224071" y="368935"/>
                    <a:pt x="222420" y="359029"/>
                    <a:pt x="227500" y="351917"/>
                  </a:cubicBezTo>
                  <a:close/>
                  <a:moveTo>
                    <a:pt x="262425" y="241808"/>
                  </a:moveTo>
                  <a:cubicBezTo>
                    <a:pt x="263060" y="218440"/>
                    <a:pt x="267632" y="195961"/>
                    <a:pt x="275760" y="174625"/>
                  </a:cubicBezTo>
                  <a:cubicBezTo>
                    <a:pt x="278808" y="166370"/>
                    <a:pt x="288079" y="162306"/>
                    <a:pt x="296207" y="165354"/>
                  </a:cubicBezTo>
                  <a:cubicBezTo>
                    <a:pt x="304335" y="168402"/>
                    <a:pt x="308526" y="177673"/>
                    <a:pt x="305478" y="185801"/>
                  </a:cubicBezTo>
                  <a:cubicBezTo>
                    <a:pt x="298620" y="203835"/>
                    <a:pt x="294810" y="222885"/>
                    <a:pt x="294302" y="242570"/>
                  </a:cubicBezTo>
                  <a:cubicBezTo>
                    <a:pt x="294048" y="251333"/>
                    <a:pt x="286809" y="258318"/>
                    <a:pt x="278046" y="258064"/>
                  </a:cubicBezTo>
                  <a:cubicBezTo>
                    <a:pt x="269283" y="257810"/>
                    <a:pt x="262298" y="250571"/>
                    <a:pt x="262552" y="241808"/>
                  </a:cubicBezTo>
                  <a:close/>
                  <a:moveTo>
                    <a:pt x="309415" y="115570"/>
                  </a:moveTo>
                  <a:cubicBezTo>
                    <a:pt x="323004" y="98171"/>
                    <a:pt x="339133" y="82296"/>
                    <a:pt x="357421" y="68326"/>
                  </a:cubicBezTo>
                  <a:cubicBezTo>
                    <a:pt x="364406" y="62992"/>
                    <a:pt x="374312" y="64262"/>
                    <a:pt x="379646" y="71247"/>
                  </a:cubicBezTo>
                  <a:cubicBezTo>
                    <a:pt x="384980" y="78232"/>
                    <a:pt x="383710" y="88138"/>
                    <a:pt x="376725" y="93472"/>
                  </a:cubicBezTo>
                  <a:cubicBezTo>
                    <a:pt x="360469" y="105918"/>
                    <a:pt x="346245" y="119888"/>
                    <a:pt x="334434" y="135128"/>
                  </a:cubicBezTo>
                  <a:cubicBezTo>
                    <a:pt x="329100" y="141986"/>
                    <a:pt x="319067" y="143256"/>
                    <a:pt x="312209" y="137922"/>
                  </a:cubicBezTo>
                  <a:cubicBezTo>
                    <a:pt x="305351" y="132588"/>
                    <a:pt x="304081" y="122555"/>
                    <a:pt x="309415" y="115697"/>
                  </a:cubicBezTo>
                  <a:close/>
                  <a:moveTo>
                    <a:pt x="414444" y="33782"/>
                  </a:moveTo>
                  <a:cubicBezTo>
                    <a:pt x="433875" y="24384"/>
                    <a:pt x="454703" y="16891"/>
                    <a:pt x="476674" y="11430"/>
                  </a:cubicBezTo>
                  <a:cubicBezTo>
                    <a:pt x="485183" y="9271"/>
                    <a:pt x="493819" y="14478"/>
                    <a:pt x="495978" y="22860"/>
                  </a:cubicBezTo>
                  <a:cubicBezTo>
                    <a:pt x="498137" y="31242"/>
                    <a:pt x="492930" y="40005"/>
                    <a:pt x="484548" y="42164"/>
                  </a:cubicBezTo>
                  <a:cubicBezTo>
                    <a:pt x="464609" y="47244"/>
                    <a:pt x="445559" y="54102"/>
                    <a:pt x="427906" y="62357"/>
                  </a:cubicBezTo>
                  <a:cubicBezTo>
                    <a:pt x="420032" y="66040"/>
                    <a:pt x="410507" y="62738"/>
                    <a:pt x="406824" y="54737"/>
                  </a:cubicBezTo>
                  <a:cubicBezTo>
                    <a:pt x="403141" y="46736"/>
                    <a:pt x="406443" y="37338"/>
                    <a:pt x="414444" y="33655"/>
                  </a:cubicBezTo>
                  <a:close/>
                  <a:moveTo>
                    <a:pt x="542333" y="889"/>
                  </a:moveTo>
                  <a:cubicBezTo>
                    <a:pt x="551096" y="254"/>
                    <a:pt x="559986" y="0"/>
                    <a:pt x="569003" y="0"/>
                  </a:cubicBezTo>
                  <a:cubicBezTo>
                    <a:pt x="577766" y="0"/>
                    <a:pt x="584878" y="7112"/>
                    <a:pt x="584878" y="15875"/>
                  </a:cubicBezTo>
                  <a:lnTo>
                    <a:pt x="584878" y="53848"/>
                  </a:lnTo>
                  <a:cubicBezTo>
                    <a:pt x="584878" y="62611"/>
                    <a:pt x="577766" y="69723"/>
                    <a:pt x="569003" y="69723"/>
                  </a:cubicBezTo>
                  <a:cubicBezTo>
                    <a:pt x="560240" y="69723"/>
                    <a:pt x="553128" y="62611"/>
                    <a:pt x="553128" y="53848"/>
                  </a:cubicBezTo>
                  <a:lnTo>
                    <a:pt x="553128" y="15875"/>
                  </a:lnTo>
                  <a:lnTo>
                    <a:pt x="569003" y="15875"/>
                  </a:lnTo>
                  <a:lnTo>
                    <a:pt x="569003" y="31750"/>
                  </a:lnTo>
                  <a:cubicBezTo>
                    <a:pt x="560748" y="31750"/>
                    <a:pt x="552620" y="32004"/>
                    <a:pt x="544492" y="32639"/>
                  </a:cubicBezTo>
                  <a:cubicBezTo>
                    <a:pt x="535729" y="33274"/>
                    <a:pt x="528109" y="26670"/>
                    <a:pt x="527601" y="17907"/>
                  </a:cubicBezTo>
                  <a:cubicBezTo>
                    <a:pt x="527093" y="9144"/>
                    <a:pt x="533570" y="1524"/>
                    <a:pt x="542333" y="889"/>
                  </a:cubicBezTo>
                  <a:close/>
                  <a:moveTo>
                    <a:pt x="584878" y="117348"/>
                  </a:moveTo>
                  <a:lnTo>
                    <a:pt x="584878" y="180848"/>
                  </a:lnTo>
                  <a:cubicBezTo>
                    <a:pt x="584878" y="189611"/>
                    <a:pt x="577766" y="196723"/>
                    <a:pt x="569003" y="196723"/>
                  </a:cubicBezTo>
                  <a:cubicBezTo>
                    <a:pt x="560240" y="196723"/>
                    <a:pt x="553128" y="189611"/>
                    <a:pt x="553128" y="180848"/>
                  </a:cubicBezTo>
                  <a:lnTo>
                    <a:pt x="553128" y="117348"/>
                  </a:lnTo>
                  <a:cubicBezTo>
                    <a:pt x="553128" y="108585"/>
                    <a:pt x="560240" y="101473"/>
                    <a:pt x="569003" y="101473"/>
                  </a:cubicBezTo>
                  <a:cubicBezTo>
                    <a:pt x="577766" y="101473"/>
                    <a:pt x="584878" y="108585"/>
                    <a:pt x="584878" y="117348"/>
                  </a:cubicBezTo>
                  <a:close/>
                  <a:moveTo>
                    <a:pt x="584878" y="244348"/>
                  </a:moveTo>
                  <a:lnTo>
                    <a:pt x="584878" y="307848"/>
                  </a:lnTo>
                  <a:cubicBezTo>
                    <a:pt x="584878" y="316611"/>
                    <a:pt x="577766" y="323723"/>
                    <a:pt x="569003" y="323723"/>
                  </a:cubicBezTo>
                  <a:cubicBezTo>
                    <a:pt x="560240" y="323723"/>
                    <a:pt x="553128" y="316611"/>
                    <a:pt x="553128" y="307848"/>
                  </a:cubicBezTo>
                  <a:lnTo>
                    <a:pt x="553128" y="244348"/>
                  </a:lnTo>
                  <a:cubicBezTo>
                    <a:pt x="553128" y="235585"/>
                    <a:pt x="560240" y="228473"/>
                    <a:pt x="569003" y="228473"/>
                  </a:cubicBezTo>
                  <a:cubicBezTo>
                    <a:pt x="577766" y="228473"/>
                    <a:pt x="584878" y="235585"/>
                    <a:pt x="584878" y="244348"/>
                  </a:cubicBezTo>
                  <a:close/>
                  <a:moveTo>
                    <a:pt x="584878" y="371348"/>
                  </a:moveTo>
                  <a:lnTo>
                    <a:pt x="584878" y="434848"/>
                  </a:lnTo>
                  <a:cubicBezTo>
                    <a:pt x="584878" y="443611"/>
                    <a:pt x="577766" y="450723"/>
                    <a:pt x="569003" y="450723"/>
                  </a:cubicBezTo>
                  <a:cubicBezTo>
                    <a:pt x="560240" y="450723"/>
                    <a:pt x="553128" y="443611"/>
                    <a:pt x="553128" y="434848"/>
                  </a:cubicBezTo>
                  <a:lnTo>
                    <a:pt x="553128" y="371348"/>
                  </a:lnTo>
                  <a:cubicBezTo>
                    <a:pt x="553128" y="362585"/>
                    <a:pt x="560240" y="355473"/>
                    <a:pt x="569003" y="355473"/>
                  </a:cubicBezTo>
                  <a:cubicBezTo>
                    <a:pt x="577766" y="355473"/>
                    <a:pt x="584878" y="362585"/>
                    <a:pt x="584878" y="371348"/>
                  </a:cubicBezTo>
                  <a:close/>
                  <a:moveTo>
                    <a:pt x="584878" y="498348"/>
                  </a:moveTo>
                  <a:lnTo>
                    <a:pt x="584878" y="561848"/>
                  </a:lnTo>
                  <a:cubicBezTo>
                    <a:pt x="584878" y="570611"/>
                    <a:pt x="577766" y="577723"/>
                    <a:pt x="569003" y="577723"/>
                  </a:cubicBezTo>
                  <a:cubicBezTo>
                    <a:pt x="560240" y="577723"/>
                    <a:pt x="553128" y="570611"/>
                    <a:pt x="553128" y="561848"/>
                  </a:cubicBezTo>
                  <a:lnTo>
                    <a:pt x="553128" y="498348"/>
                  </a:lnTo>
                  <a:cubicBezTo>
                    <a:pt x="553128" y="489585"/>
                    <a:pt x="560240" y="482473"/>
                    <a:pt x="569003" y="482473"/>
                  </a:cubicBezTo>
                  <a:cubicBezTo>
                    <a:pt x="577766" y="482473"/>
                    <a:pt x="584878" y="489585"/>
                    <a:pt x="584878" y="498348"/>
                  </a:cubicBezTo>
                  <a:close/>
                  <a:moveTo>
                    <a:pt x="584878" y="625348"/>
                  </a:moveTo>
                  <a:lnTo>
                    <a:pt x="584878" y="688848"/>
                  </a:lnTo>
                  <a:cubicBezTo>
                    <a:pt x="584878" y="697611"/>
                    <a:pt x="577766" y="704723"/>
                    <a:pt x="569003" y="704723"/>
                  </a:cubicBezTo>
                  <a:cubicBezTo>
                    <a:pt x="560240" y="704723"/>
                    <a:pt x="553128" y="697611"/>
                    <a:pt x="553128" y="688848"/>
                  </a:cubicBezTo>
                  <a:lnTo>
                    <a:pt x="553128" y="625348"/>
                  </a:lnTo>
                  <a:cubicBezTo>
                    <a:pt x="553128" y="616585"/>
                    <a:pt x="560240" y="609473"/>
                    <a:pt x="569003" y="609473"/>
                  </a:cubicBezTo>
                  <a:cubicBezTo>
                    <a:pt x="577766" y="609473"/>
                    <a:pt x="584878" y="616585"/>
                    <a:pt x="584878" y="625348"/>
                  </a:cubicBezTo>
                  <a:close/>
                  <a:moveTo>
                    <a:pt x="584878" y="752348"/>
                  </a:moveTo>
                  <a:lnTo>
                    <a:pt x="584878" y="815848"/>
                  </a:lnTo>
                  <a:cubicBezTo>
                    <a:pt x="584878" y="824611"/>
                    <a:pt x="577766" y="831723"/>
                    <a:pt x="569003" y="831723"/>
                  </a:cubicBezTo>
                  <a:cubicBezTo>
                    <a:pt x="560240" y="831723"/>
                    <a:pt x="553128" y="824611"/>
                    <a:pt x="553128" y="815848"/>
                  </a:cubicBezTo>
                  <a:lnTo>
                    <a:pt x="553128" y="752348"/>
                  </a:lnTo>
                  <a:cubicBezTo>
                    <a:pt x="553128" y="743585"/>
                    <a:pt x="560240" y="736473"/>
                    <a:pt x="569003" y="736473"/>
                  </a:cubicBezTo>
                  <a:cubicBezTo>
                    <a:pt x="577766" y="736473"/>
                    <a:pt x="584878" y="743585"/>
                    <a:pt x="584878" y="752348"/>
                  </a:cubicBezTo>
                  <a:close/>
                  <a:moveTo>
                    <a:pt x="584878" y="879348"/>
                  </a:moveTo>
                  <a:lnTo>
                    <a:pt x="584878" y="942848"/>
                  </a:lnTo>
                  <a:cubicBezTo>
                    <a:pt x="584878" y="951611"/>
                    <a:pt x="577766" y="958723"/>
                    <a:pt x="569003" y="958723"/>
                  </a:cubicBezTo>
                  <a:cubicBezTo>
                    <a:pt x="560240" y="958723"/>
                    <a:pt x="553128" y="951611"/>
                    <a:pt x="553128" y="942848"/>
                  </a:cubicBezTo>
                  <a:lnTo>
                    <a:pt x="553128" y="879348"/>
                  </a:lnTo>
                  <a:cubicBezTo>
                    <a:pt x="553128" y="870585"/>
                    <a:pt x="560240" y="863473"/>
                    <a:pt x="569003" y="863473"/>
                  </a:cubicBezTo>
                  <a:cubicBezTo>
                    <a:pt x="577766" y="863473"/>
                    <a:pt x="584878" y="870585"/>
                    <a:pt x="584878" y="879348"/>
                  </a:cubicBezTo>
                  <a:close/>
                  <a:moveTo>
                    <a:pt x="584878" y="1006348"/>
                  </a:moveTo>
                  <a:lnTo>
                    <a:pt x="584878" y="1069848"/>
                  </a:lnTo>
                  <a:cubicBezTo>
                    <a:pt x="584878" y="1078611"/>
                    <a:pt x="577766" y="1085723"/>
                    <a:pt x="569003" y="1085723"/>
                  </a:cubicBezTo>
                  <a:cubicBezTo>
                    <a:pt x="560240" y="1085723"/>
                    <a:pt x="553128" y="1078611"/>
                    <a:pt x="553128" y="1069848"/>
                  </a:cubicBezTo>
                  <a:lnTo>
                    <a:pt x="553128" y="1006348"/>
                  </a:lnTo>
                  <a:cubicBezTo>
                    <a:pt x="553128" y="997585"/>
                    <a:pt x="560240" y="990473"/>
                    <a:pt x="569003" y="990473"/>
                  </a:cubicBezTo>
                  <a:cubicBezTo>
                    <a:pt x="577766" y="990473"/>
                    <a:pt x="584878" y="997585"/>
                    <a:pt x="584878" y="1006348"/>
                  </a:cubicBezTo>
                  <a:close/>
                  <a:moveTo>
                    <a:pt x="584878" y="1133348"/>
                  </a:moveTo>
                  <a:lnTo>
                    <a:pt x="584878" y="1196848"/>
                  </a:lnTo>
                  <a:cubicBezTo>
                    <a:pt x="584878" y="1205611"/>
                    <a:pt x="577766" y="1212723"/>
                    <a:pt x="569003" y="1212723"/>
                  </a:cubicBezTo>
                  <a:cubicBezTo>
                    <a:pt x="560240" y="1212723"/>
                    <a:pt x="553128" y="1205611"/>
                    <a:pt x="553128" y="1196848"/>
                  </a:cubicBezTo>
                  <a:lnTo>
                    <a:pt x="553128" y="1133348"/>
                  </a:lnTo>
                  <a:cubicBezTo>
                    <a:pt x="553128" y="1124585"/>
                    <a:pt x="560240" y="1117473"/>
                    <a:pt x="569003" y="1117473"/>
                  </a:cubicBezTo>
                  <a:cubicBezTo>
                    <a:pt x="577766" y="1117473"/>
                    <a:pt x="584878" y="1124585"/>
                    <a:pt x="584878" y="1133348"/>
                  </a:cubicBezTo>
                  <a:close/>
                  <a:moveTo>
                    <a:pt x="584878" y="1260348"/>
                  </a:moveTo>
                  <a:lnTo>
                    <a:pt x="584878" y="1323848"/>
                  </a:lnTo>
                  <a:cubicBezTo>
                    <a:pt x="584878" y="1332611"/>
                    <a:pt x="577766" y="1339723"/>
                    <a:pt x="569003" y="1339723"/>
                  </a:cubicBezTo>
                  <a:cubicBezTo>
                    <a:pt x="560240" y="1339723"/>
                    <a:pt x="553128" y="1332611"/>
                    <a:pt x="553128" y="1323848"/>
                  </a:cubicBezTo>
                  <a:lnTo>
                    <a:pt x="553128" y="1260348"/>
                  </a:lnTo>
                  <a:cubicBezTo>
                    <a:pt x="553128" y="1251585"/>
                    <a:pt x="560240" y="1244473"/>
                    <a:pt x="569003" y="1244473"/>
                  </a:cubicBezTo>
                  <a:cubicBezTo>
                    <a:pt x="577766" y="1244473"/>
                    <a:pt x="584878" y="1251585"/>
                    <a:pt x="584878" y="1260348"/>
                  </a:cubicBezTo>
                  <a:close/>
                  <a:moveTo>
                    <a:pt x="584878" y="1387348"/>
                  </a:moveTo>
                  <a:lnTo>
                    <a:pt x="584878" y="1450848"/>
                  </a:lnTo>
                  <a:cubicBezTo>
                    <a:pt x="584878" y="1459611"/>
                    <a:pt x="577766" y="1466723"/>
                    <a:pt x="569003" y="1466723"/>
                  </a:cubicBezTo>
                  <a:cubicBezTo>
                    <a:pt x="560240" y="1466723"/>
                    <a:pt x="553128" y="1459611"/>
                    <a:pt x="553128" y="1450848"/>
                  </a:cubicBezTo>
                  <a:lnTo>
                    <a:pt x="553128" y="1387348"/>
                  </a:lnTo>
                  <a:cubicBezTo>
                    <a:pt x="553128" y="1378585"/>
                    <a:pt x="560240" y="1371473"/>
                    <a:pt x="569003" y="1371473"/>
                  </a:cubicBezTo>
                  <a:cubicBezTo>
                    <a:pt x="577766" y="1371473"/>
                    <a:pt x="584878" y="1378585"/>
                    <a:pt x="584878" y="1387348"/>
                  </a:cubicBezTo>
                  <a:close/>
                  <a:moveTo>
                    <a:pt x="584878" y="1514348"/>
                  </a:moveTo>
                  <a:lnTo>
                    <a:pt x="584878" y="1577848"/>
                  </a:lnTo>
                  <a:cubicBezTo>
                    <a:pt x="584878" y="1586611"/>
                    <a:pt x="577766" y="1593723"/>
                    <a:pt x="569003" y="1593723"/>
                  </a:cubicBezTo>
                  <a:cubicBezTo>
                    <a:pt x="560240" y="1593723"/>
                    <a:pt x="553128" y="1586611"/>
                    <a:pt x="553128" y="1577848"/>
                  </a:cubicBezTo>
                  <a:lnTo>
                    <a:pt x="553128" y="1514348"/>
                  </a:lnTo>
                  <a:cubicBezTo>
                    <a:pt x="553128" y="1505585"/>
                    <a:pt x="560240" y="1498473"/>
                    <a:pt x="569003" y="1498473"/>
                  </a:cubicBezTo>
                  <a:cubicBezTo>
                    <a:pt x="577766" y="1498473"/>
                    <a:pt x="584878" y="1505585"/>
                    <a:pt x="584878" y="1514348"/>
                  </a:cubicBezTo>
                  <a:close/>
                  <a:moveTo>
                    <a:pt x="584878" y="1641348"/>
                  </a:moveTo>
                  <a:lnTo>
                    <a:pt x="584878" y="1704848"/>
                  </a:lnTo>
                  <a:cubicBezTo>
                    <a:pt x="584878" y="1713611"/>
                    <a:pt x="577766" y="1720723"/>
                    <a:pt x="569003" y="1720723"/>
                  </a:cubicBezTo>
                  <a:cubicBezTo>
                    <a:pt x="560240" y="1720723"/>
                    <a:pt x="553128" y="1713611"/>
                    <a:pt x="553128" y="1704848"/>
                  </a:cubicBezTo>
                  <a:lnTo>
                    <a:pt x="553128" y="1641348"/>
                  </a:lnTo>
                  <a:cubicBezTo>
                    <a:pt x="553128" y="1632585"/>
                    <a:pt x="560240" y="1625473"/>
                    <a:pt x="569003" y="1625473"/>
                  </a:cubicBezTo>
                  <a:cubicBezTo>
                    <a:pt x="577766" y="1625473"/>
                    <a:pt x="584878" y="1632585"/>
                    <a:pt x="584878" y="1641348"/>
                  </a:cubicBezTo>
                  <a:close/>
                  <a:moveTo>
                    <a:pt x="584878" y="1768348"/>
                  </a:moveTo>
                  <a:lnTo>
                    <a:pt x="584878" y="1831848"/>
                  </a:lnTo>
                  <a:cubicBezTo>
                    <a:pt x="584878" y="1840611"/>
                    <a:pt x="577766" y="1847723"/>
                    <a:pt x="569003" y="1847723"/>
                  </a:cubicBezTo>
                  <a:cubicBezTo>
                    <a:pt x="560240" y="1847723"/>
                    <a:pt x="553128" y="1840611"/>
                    <a:pt x="553128" y="1831848"/>
                  </a:cubicBezTo>
                  <a:lnTo>
                    <a:pt x="553128" y="1768348"/>
                  </a:lnTo>
                  <a:cubicBezTo>
                    <a:pt x="553128" y="1759585"/>
                    <a:pt x="560240" y="1752473"/>
                    <a:pt x="569003" y="1752473"/>
                  </a:cubicBezTo>
                  <a:cubicBezTo>
                    <a:pt x="577766" y="1752473"/>
                    <a:pt x="584878" y="1759585"/>
                    <a:pt x="584878" y="1768348"/>
                  </a:cubicBezTo>
                  <a:close/>
                  <a:moveTo>
                    <a:pt x="584878" y="1895348"/>
                  </a:moveTo>
                  <a:lnTo>
                    <a:pt x="584878" y="1958848"/>
                  </a:lnTo>
                  <a:cubicBezTo>
                    <a:pt x="584878" y="1967611"/>
                    <a:pt x="577766" y="1974723"/>
                    <a:pt x="569003" y="1974723"/>
                  </a:cubicBezTo>
                  <a:cubicBezTo>
                    <a:pt x="560240" y="1974723"/>
                    <a:pt x="553128" y="1967611"/>
                    <a:pt x="553128" y="1958848"/>
                  </a:cubicBezTo>
                  <a:lnTo>
                    <a:pt x="553128" y="1895348"/>
                  </a:lnTo>
                  <a:cubicBezTo>
                    <a:pt x="553128" y="1886585"/>
                    <a:pt x="560240" y="1879473"/>
                    <a:pt x="569003" y="1879473"/>
                  </a:cubicBezTo>
                  <a:cubicBezTo>
                    <a:pt x="577766" y="1879473"/>
                    <a:pt x="584878" y="1886585"/>
                    <a:pt x="584878" y="1895348"/>
                  </a:cubicBezTo>
                  <a:close/>
                  <a:moveTo>
                    <a:pt x="584878" y="2022348"/>
                  </a:moveTo>
                  <a:lnTo>
                    <a:pt x="584878" y="2085848"/>
                  </a:lnTo>
                  <a:cubicBezTo>
                    <a:pt x="584878" y="2094611"/>
                    <a:pt x="577766" y="2101723"/>
                    <a:pt x="569003" y="2101723"/>
                  </a:cubicBezTo>
                  <a:cubicBezTo>
                    <a:pt x="560240" y="2101723"/>
                    <a:pt x="553128" y="2094611"/>
                    <a:pt x="553128" y="2085848"/>
                  </a:cubicBezTo>
                  <a:lnTo>
                    <a:pt x="553128" y="2022348"/>
                  </a:lnTo>
                  <a:cubicBezTo>
                    <a:pt x="553128" y="2013585"/>
                    <a:pt x="560240" y="2006473"/>
                    <a:pt x="569003" y="2006473"/>
                  </a:cubicBezTo>
                  <a:cubicBezTo>
                    <a:pt x="577766" y="2006473"/>
                    <a:pt x="584878" y="2013585"/>
                    <a:pt x="584878" y="2022348"/>
                  </a:cubicBezTo>
                  <a:close/>
                  <a:moveTo>
                    <a:pt x="584878" y="2149348"/>
                  </a:moveTo>
                  <a:lnTo>
                    <a:pt x="584878" y="2212848"/>
                  </a:lnTo>
                  <a:cubicBezTo>
                    <a:pt x="584878" y="2221611"/>
                    <a:pt x="577766" y="2228723"/>
                    <a:pt x="569003" y="2228723"/>
                  </a:cubicBezTo>
                  <a:cubicBezTo>
                    <a:pt x="560240" y="2228723"/>
                    <a:pt x="553128" y="2221611"/>
                    <a:pt x="553128" y="2212848"/>
                  </a:cubicBezTo>
                  <a:lnTo>
                    <a:pt x="553128" y="2149348"/>
                  </a:lnTo>
                  <a:cubicBezTo>
                    <a:pt x="553128" y="2140585"/>
                    <a:pt x="560240" y="2133473"/>
                    <a:pt x="569003" y="2133473"/>
                  </a:cubicBezTo>
                  <a:cubicBezTo>
                    <a:pt x="577766" y="2133473"/>
                    <a:pt x="584878" y="2140585"/>
                    <a:pt x="584878" y="2149348"/>
                  </a:cubicBezTo>
                  <a:close/>
                  <a:moveTo>
                    <a:pt x="584878" y="2276348"/>
                  </a:moveTo>
                  <a:lnTo>
                    <a:pt x="584878" y="2339848"/>
                  </a:lnTo>
                  <a:cubicBezTo>
                    <a:pt x="584878" y="2348611"/>
                    <a:pt x="577766" y="2355723"/>
                    <a:pt x="569003" y="2355723"/>
                  </a:cubicBezTo>
                  <a:cubicBezTo>
                    <a:pt x="560240" y="2355723"/>
                    <a:pt x="553128" y="2348611"/>
                    <a:pt x="553128" y="2339848"/>
                  </a:cubicBezTo>
                  <a:lnTo>
                    <a:pt x="553128" y="2276348"/>
                  </a:lnTo>
                  <a:cubicBezTo>
                    <a:pt x="553128" y="2267585"/>
                    <a:pt x="560240" y="2260473"/>
                    <a:pt x="569003" y="2260473"/>
                  </a:cubicBezTo>
                  <a:cubicBezTo>
                    <a:pt x="577766" y="2260473"/>
                    <a:pt x="584878" y="2267585"/>
                    <a:pt x="584878" y="2276348"/>
                  </a:cubicBezTo>
                  <a:close/>
                  <a:moveTo>
                    <a:pt x="584878" y="2403348"/>
                  </a:moveTo>
                  <a:lnTo>
                    <a:pt x="584878" y="2466848"/>
                  </a:lnTo>
                  <a:cubicBezTo>
                    <a:pt x="584878" y="2475611"/>
                    <a:pt x="577766" y="2482723"/>
                    <a:pt x="569003" y="2482723"/>
                  </a:cubicBezTo>
                  <a:cubicBezTo>
                    <a:pt x="560240" y="2482723"/>
                    <a:pt x="553128" y="2475611"/>
                    <a:pt x="553128" y="2466848"/>
                  </a:cubicBezTo>
                  <a:lnTo>
                    <a:pt x="553128" y="2403348"/>
                  </a:lnTo>
                  <a:cubicBezTo>
                    <a:pt x="553128" y="2394585"/>
                    <a:pt x="560240" y="2387473"/>
                    <a:pt x="569003" y="2387473"/>
                  </a:cubicBezTo>
                  <a:cubicBezTo>
                    <a:pt x="577766" y="2387473"/>
                    <a:pt x="584878" y="2394585"/>
                    <a:pt x="584878" y="2403348"/>
                  </a:cubicBezTo>
                  <a:close/>
                  <a:moveTo>
                    <a:pt x="584878" y="2530348"/>
                  </a:moveTo>
                  <a:lnTo>
                    <a:pt x="584878" y="2593848"/>
                  </a:lnTo>
                  <a:cubicBezTo>
                    <a:pt x="584878" y="2602611"/>
                    <a:pt x="577766" y="2609723"/>
                    <a:pt x="569003" y="2609723"/>
                  </a:cubicBezTo>
                  <a:cubicBezTo>
                    <a:pt x="560240" y="2609723"/>
                    <a:pt x="553128" y="2602611"/>
                    <a:pt x="553128" y="2593848"/>
                  </a:cubicBezTo>
                  <a:lnTo>
                    <a:pt x="553128" y="2530348"/>
                  </a:lnTo>
                  <a:cubicBezTo>
                    <a:pt x="553128" y="2521585"/>
                    <a:pt x="560240" y="2514473"/>
                    <a:pt x="569003" y="2514473"/>
                  </a:cubicBezTo>
                  <a:cubicBezTo>
                    <a:pt x="577766" y="2514473"/>
                    <a:pt x="584878" y="2521585"/>
                    <a:pt x="584878" y="2530348"/>
                  </a:cubicBezTo>
                  <a:close/>
                  <a:moveTo>
                    <a:pt x="584878" y="2657348"/>
                  </a:moveTo>
                  <a:lnTo>
                    <a:pt x="584878" y="2720848"/>
                  </a:lnTo>
                  <a:cubicBezTo>
                    <a:pt x="584878" y="2729611"/>
                    <a:pt x="577766" y="2736723"/>
                    <a:pt x="569003" y="2736723"/>
                  </a:cubicBezTo>
                  <a:cubicBezTo>
                    <a:pt x="560240" y="2736723"/>
                    <a:pt x="553128" y="2729611"/>
                    <a:pt x="553128" y="2720848"/>
                  </a:cubicBezTo>
                  <a:lnTo>
                    <a:pt x="553128" y="2657348"/>
                  </a:lnTo>
                  <a:cubicBezTo>
                    <a:pt x="553128" y="2648585"/>
                    <a:pt x="560240" y="2641473"/>
                    <a:pt x="569003" y="2641473"/>
                  </a:cubicBezTo>
                  <a:cubicBezTo>
                    <a:pt x="577766" y="2641473"/>
                    <a:pt x="584878" y="2648585"/>
                    <a:pt x="584878" y="2657348"/>
                  </a:cubicBezTo>
                  <a:close/>
                  <a:moveTo>
                    <a:pt x="584878" y="2784348"/>
                  </a:moveTo>
                  <a:lnTo>
                    <a:pt x="584878" y="2847848"/>
                  </a:lnTo>
                  <a:cubicBezTo>
                    <a:pt x="584878" y="2856611"/>
                    <a:pt x="577766" y="2863723"/>
                    <a:pt x="569003" y="2863723"/>
                  </a:cubicBezTo>
                  <a:cubicBezTo>
                    <a:pt x="560240" y="2863723"/>
                    <a:pt x="553128" y="2856611"/>
                    <a:pt x="553128" y="2847848"/>
                  </a:cubicBezTo>
                  <a:lnTo>
                    <a:pt x="553128" y="2784348"/>
                  </a:lnTo>
                  <a:cubicBezTo>
                    <a:pt x="553128" y="2775585"/>
                    <a:pt x="560240" y="2768473"/>
                    <a:pt x="569003" y="2768473"/>
                  </a:cubicBezTo>
                  <a:cubicBezTo>
                    <a:pt x="577766" y="2768473"/>
                    <a:pt x="584878" y="2775585"/>
                    <a:pt x="584878" y="2784348"/>
                  </a:cubicBezTo>
                  <a:close/>
                  <a:moveTo>
                    <a:pt x="584878" y="2911348"/>
                  </a:moveTo>
                  <a:lnTo>
                    <a:pt x="584878" y="2974848"/>
                  </a:lnTo>
                  <a:cubicBezTo>
                    <a:pt x="584878" y="2983611"/>
                    <a:pt x="577766" y="2990723"/>
                    <a:pt x="569003" y="2990723"/>
                  </a:cubicBezTo>
                  <a:cubicBezTo>
                    <a:pt x="560240" y="2990723"/>
                    <a:pt x="553128" y="2983611"/>
                    <a:pt x="553128" y="2974848"/>
                  </a:cubicBezTo>
                  <a:lnTo>
                    <a:pt x="553128" y="2911348"/>
                  </a:lnTo>
                  <a:cubicBezTo>
                    <a:pt x="553128" y="2902585"/>
                    <a:pt x="560240" y="2895473"/>
                    <a:pt x="569003" y="2895473"/>
                  </a:cubicBezTo>
                  <a:cubicBezTo>
                    <a:pt x="577766" y="2895473"/>
                    <a:pt x="584878" y="2902585"/>
                    <a:pt x="584878" y="2911348"/>
                  </a:cubicBezTo>
                  <a:close/>
                  <a:moveTo>
                    <a:pt x="584878" y="3038348"/>
                  </a:moveTo>
                  <a:lnTo>
                    <a:pt x="584878" y="3101848"/>
                  </a:lnTo>
                  <a:cubicBezTo>
                    <a:pt x="584878" y="3110611"/>
                    <a:pt x="577766" y="3117723"/>
                    <a:pt x="569003" y="3117723"/>
                  </a:cubicBezTo>
                  <a:cubicBezTo>
                    <a:pt x="560240" y="3117723"/>
                    <a:pt x="553128" y="3110611"/>
                    <a:pt x="553128" y="3101848"/>
                  </a:cubicBezTo>
                  <a:lnTo>
                    <a:pt x="553128" y="3038348"/>
                  </a:lnTo>
                  <a:cubicBezTo>
                    <a:pt x="553128" y="3029585"/>
                    <a:pt x="560240" y="3022473"/>
                    <a:pt x="569003" y="3022473"/>
                  </a:cubicBezTo>
                  <a:cubicBezTo>
                    <a:pt x="577766" y="3022473"/>
                    <a:pt x="584878" y="3029585"/>
                    <a:pt x="584878" y="3038348"/>
                  </a:cubicBezTo>
                  <a:close/>
                  <a:moveTo>
                    <a:pt x="584878" y="3165348"/>
                  </a:moveTo>
                  <a:lnTo>
                    <a:pt x="584878" y="3228848"/>
                  </a:lnTo>
                  <a:cubicBezTo>
                    <a:pt x="584878" y="3237611"/>
                    <a:pt x="577766" y="3244723"/>
                    <a:pt x="569003" y="3244723"/>
                  </a:cubicBezTo>
                  <a:cubicBezTo>
                    <a:pt x="560240" y="3244723"/>
                    <a:pt x="553128" y="3237611"/>
                    <a:pt x="553128" y="3228848"/>
                  </a:cubicBezTo>
                  <a:lnTo>
                    <a:pt x="553128" y="3165348"/>
                  </a:lnTo>
                  <a:cubicBezTo>
                    <a:pt x="553128" y="3156585"/>
                    <a:pt x="560240" y="3149473"/>
                    <a:pt x="569003" y="3149473"/>
                  </a:cubicBezTo>
                  <a:cubicBezTo>
                    <a:pt x="577766" y="3149473"/>
                    <a:pt x="584878" y="3156585"/>
                    <a:pt x="584878" y="3165348"/>
                  </a:cubicBezTo>
                  <a:close/>
                  <a:moveTo>
                    <a:pt x="584878" y="3292348"/>
                  </a:moveTo>
                  <a:lnTo>
                    <a:pt x="584878" y="3355848"/>
                  </a:lnTo>
                  <a:cubicBezTo>
                    <a:pt x="584878" y="3364611"/>
                    <a:pt x="577766" y="3371723"/>
                    <a:pt x="569003" y="3371723"/>
                  </a:cubicBezTo>
                  <a:cubicBezTo>
                    <a:pt x="560240" y="3371723"/>
                    <a:pt x="553128" y="3364611"/>
                    <a:pt x="553128" y="3355848"/>
                  </a:cubicBezTo>
                  <a:lnTo>
                    <a:pt x="553128" y="3292348"/>
                  </a:lnTo>
                  <a:cubicBezTo>
                    <a:pt x="553128" y="3283585"/>
                    <a:pt x="560240" y="3276473"/>
                    <a:pt x="569003" y="3276473"/>
                  </a:cubicBezTo>
                  <a:cubicBezTo>
                    <a:pt x="577766" y="3276473"/>
                    <a:pt x="584878" y="3283585"/>
                    <a:pt x="584878" y="3292348"/>
                  </a:cubicBezTo>
                  <a:close/>
                  <a:moveTo>
                    <a:pt x="584878" y="3419348"/>
                  </a:moveTo>
                  <a:lnTo>
                    <a:pt x="584878" y="3482848"/>
                  </a:lnTo>
                  <a:cubicBezTo>
                    <a:pt x="584878" y="3491611"/>
                    <a:pt x="577766" y="3498723"/>
                    <a:pt x="569003" y="3498723"/>
                  </a:cubicBezTo>
                  <a:cubicBezTo>
                    <a:pt x="560240" y="3498723"/>
                    <a:pt x="553128" y="3491611"/>
                    <a:pt x="553128" y="3482848"/>
                  </a:cubicBezTo>
                  <a:lnTo>
                    <a:pt x="553128" y="3419348"/>
                  </a:lnTo>
                  <a:cubicBezTo>
                    <a:pt x="553128" y="3410585"/>
                    <a:pt x="560240" y="3403473"/>
                    <a:pt x="569003" y="3403473"/>
                  </a:cubicBezTo>
                  <a:cubicBezTo>
                    <a:pt x="577766" y="3403473"/>
                    <a:pt x="584878" y="3410585"/>
                    <a:pt x="584878" y="3419348"/>
                  </a:cubicBezTo>
                  <a:close/>
                  <a:moveTo>
                    <a:pt x="584878" y="3546348"/>
                  </a:moveTo>
                  <a:lnTo>
                    <a:pt x="584878" y="3609848"/>
                  </a:lnTo>
                  <a:cubicBezTo>
                    <a:pt x="584878" y="3618611"/>
                    <a:pt x="577766" y="3625723"/>
                    <a:pt x="569003" y="3625723"/>
                  </a:cubicBezTo>
                  <a:cubicBezTo>
                    <a:pt x="560240" y="3625723"/>
                    <a:pt x="553128" y="3618611"/>
                    <a:pt x="553128" y="3609848"/>
                  </a:cubicBezTo>
                  <a:lnTo>
                    <a:pt x="553128" y="3546348"/>
                  </a:lnTo>
                  <a:cubicBezTo>
                    <a:pt x="553128" y="3537585"/>
                    <a:pt x="560240" y="3530473"/>
                    <a:pt x="569003" y="3530473"/>
                  </a:cubicBezTo>
                  <a:cubicBezTo>
                    <a:pt x="577766" y="3530473"/>
                    <a:pt x="584878" y="3537585"/>
                    <a:pt x="584878" y="3546348"/>
                  </a:cubicBezTo>
                  <a:close/>
                  <a:moveTo>
                    <a:pt x="584878" y="3673348"/>
                  </a:moveTo>
                  <a:lnTo>
                    <a:pt x="584878" y="3736848"/>
                  </a:lnTo>
                  <a:cubicBezTo>
                    <a:pt x="584878" y="3745611"/>
                    <a:pt x="577766" y="3752723"/>
                    <a:pt x="569003" y="3752723"/>
                  </a:cubicBezTo>
                  <a:cubicBezTo>
                    <a:pt x="560240" y="3752723"/>
                    <a:pt x="553128" y="3745611"/>
                    <a:pt x="553128" y="3736848"/>
                  </a:cubicBezTo>
                  <a:lnTo>
                    <a:pt x="553128" y="3673348"/>
                  </a:lnTo>
                  <a:cubicBezTo>
                    <a:pt x="553128" y="3664585"/>
                    <a:pt x="560240" y="3657473"/>
                    <a:pt x="569003" y="3657473"/>
                  </a:cubicBezTo>
                  <a:cubicBezTo>
                    <a:pt x="577766" y="3657473"/>
                    <a:pt x="584878" y="3664585"/>
                    <a:pt x="584878" y="3673348"/>
                  </a:cubicBezTo>
                  <a:close/>
                  <a:moveTo>
                    <a:pt x="584878" y="3800348"/>
                  </a:moveTo>
                  <a:lnTo>
                    <a:pt x="584878" y="3863848"/>
                  </a:lnTo>
                  <a:cubicBezTo>
                    <a:pt x="584878" y="3872611"/>
                    <a:pt x="577766" y="3879723"/>
                    <a:pt x="569003" y="3879723"/>
                  </a:cubicBezTo>
                  <a:cubicBezTo>
                    <a:pt x="560240" y="3879723"/>
                    <a:pt x="553128" y="3872611"/>
                    <a:pt x="553128" y="3863848"/>
                  </a:cubicBezTo>
                  <a:lnTo>
                    <a:pt x="553128" y="3800348"/>
                  </a:lnTo>
                  <a:cubicBezTo>
                    <a:pt x="553128" y="3791585"/>
                    <a:pt x="560240" y="3784473"/>
                    <a:pt x="569003" y="3784473"/>
                  </a:cubicBezTo>
                  <a:cubicBezTo>
                    <a:pt x="577766" y="3784473"/>
                    <a:pt x="584878" y="3791585"/>
                    <a:pt x="584878" y="3800348"/>
                  </a:cubicBezTo>
                  <a:close/>
                  <a:moveTo>
                    <a:pt x="584878" y="3927348"/>
                  </a:moveTo>
                  <a:lnTo>
                    <a:pt x="584878" y="3990848"/>
                  </a:lnTo>
                  <a:cubicBezTo>
                    <a:pt x="584878" y="3999611"/>
                    <a:pt x="577766" y="4006723"/>
                    <a:pt x="569003" y="4006723"/>
                  </a:cubicBezTo>
                  <a:cubicBezTo>
                    <a:pt x="560240" y="4006723"/>
                    <a:pt x="553128" y="3999611"/>
                    <a:pt x="553128" y="3990848"/>
                  </a:cubicBezTo>
                  <a:lnTo>
                    <a:pt x="553128" y="3927348"/>
                  </a:lnTo>
                  <a:cubicBezTo>
                    <a:pt x="553128" y="3918585"/>
                    <a:pt x="560240" y="3911473"/>
                    <a:pt x="569003" y="3911473"/>
                  </a:cubicBezTo>
                  <a:cubicBezTo>
                    <a:pt x="577766" y="3911473"/>
                    <a:pt x="584878" y="3918585"/>
                    <a:pt x="584878" y="3927348"/>
                  </a:cubicBezTo>
                  <a:close/>
                  <a:moveTo>
                    <a:pt x="584878" y="4054348"/>
                  </a:moveTo>
                  <a:lnTo>
                    <a:pt x="584878" y="4117848"/>
                  </a:lnTo>
                  <a:cubicBezTo>
                    <a:pt x="584878" y="4126611"/>
                    <a:pt x="577766" y="4133723"/>
                    <a:pt x="569003" y="4133723"/>
                  </a:cubicBezTo>
                  <a:cubicBezTo>
                    <a:pt x="560240" y="4133723"/>
                    <a:pt x="553128" y="4126611"/>
                    <a:pt x="553128" y="4117848"/>
                  </a:cubicBezTo>
                  <a:lnTo>
                    <a:pt x="553128" y="4054348"/>
                  </a:lnTo>
                  <a:cubicBezTo>
                    <a:pt x="553128" y="4045585"/>
                    <a:pt x="560240" y="4038473"/>
                    <a:pt x="569003" y="4038473"/>
                  </a:cubicBezTo>
                  <a:cubicBezTo>
                    <a:pt x="577766" y="4038473"/>
                    <a:pt x="584878" y="4045585"/>
                    <a:pt x="584878" y="4054348"/>
                  </a:cubicBezTo>
                  <a:close/>
                  <a:moveTo>
                    <a:pt x="584878" y="4181348"/>
                  </a:moveTo>
                  <a:lnTo>
                    <a:pt x="584878" y="4244848"/>
                  </a:lnTo>
                  <a:cubicBezTo>
                    <a:pt x="584878" y="4253611"/>
                    <a:pt x="577766" y="4260723"/>
                    <a:pt x="569003" y="4260723"/>
                  </a:cubicBezTo>
                  <a:cubicBezTo>
                    <a:pt x="560240" y="4260723"/>
                    <a:pt x="553128" y="4253611"/>
                    <a:pt x="553128" y="4244848"/>
                  </a:cubicBezTo>
                  <a:lnTo>
                    <a:pt x="553128" y="4181348"/>
                  </a:lnTo>
                  <a:cubicBezTo>
                    <a:pt x="553128" y="4172585"/>
                    <a:pt x="560240" y="4165473"/>
                    <a:pt x="569003" y="4165473"/>
                  </a:cubicBezTo>
                  <a:cubicBezTo>
                    <a:pt x="577766" y="4165473"/>
                    <a:pt x="584878" y="4172585"/>
                    <a:pt x="584878" y="4181348"/>
                  </a:cubicBezTo>
                  <a:close/>
                  <a:moveTo>
                    <a:pt x="584878" y="4308348"/>
                  </a:moveTo>
                  <a:lnTo>
                    <a:pt x="584878" y="4371848"/>
                  </a:lnTo>
                  <a:cubicBezTo>
                    <a:pt x="584878" y="4380611"/>
                    <a:pt x="577766" y="4387723"/>
                    <a:pt x="569003" y="4387723"/>
                  </a:cubicBezTo>
                  <a:cubicBezTo>
                    <a:pt x="560240" y="4387723"/>
                    <a:pt x="553128" y="4380611"/>
                    <a:pt x="553128" y="4371848"/>
                  </a:cubicBezTo>
                  <a:lnTo>
                    <a:pt x="553128" y="4308348"/>
                  </a:lnTo>
                  <a:cubicBezTo>
                    <a:pt x="553128" y="4299585"/>
                    <a:pt x="560240" y="4292473"/>
                    <a:pt x="569003" y="4292473"/>
                  </a:cubicBezTo>
                  <a:cubicBezTo>
                    <a:pt x="577766" y="4292473"/>
                    <a:pt x="584878" y="4299585"/>
                    <a:pt x="584878" y="4308348"/>
                  </a:cubicBezTo>
                  <a:close/>
                  <a:moveTo>
                    <a:pt x="584878" y="4435348"/>
                  </a:moveTo>
                  <a:lnTo>
                    <a:pt x="584878" y="4498848"/>
                  </a:lnTo>
                  <a:cubicBezTo>
                    <a:pt x="584878" y="4507611"/>
                    <a:pt x="577766" y="4514723"/>
                    <a:pt x="569003" y="4514723"/>
                  </a:cubicBezTo>
                  <a:cubicBezTo>
                    <a:pt x="560240" y="4514723"/>
                    <a:pt x="553128" y="4507611"/>
                    <a:pt x="553128" y="4498848"/>
                  </a:cubicBezTo>
                  <a:lnTo>
                    <a:pt x="553128" y="4435348"/>
                  </a:lnTo>
                  <a:cubicBezTo>
                    <a:pt x="553128" y="4426585"/>
                    <a:pt x="560240" y="4419473"/>
                    <a:pt x="569003" y="4419473"/>
                  </a:cubicBezTo>
                  <a:cubicBezTo>
                    <a:pt x="577766" y="4419473"/>
                    <a:pt x="584878" y="4426585"/>
                    <a:pt x="584878" y="4435348"/>
                  </a:cubicBezTo>
                  <a:close/>
                  <a:moveTo>
                    <a:pt x="584878" y="4562348"/>
                  </a:moveTo>
                  <a:lnTo>
                    <a:pt x="584878" y="4625848"/>
                  </a:lnTo>
                  <a:cubicBezTo>
                    <a:pt x="584878" y="4634611"/>
                    <a:pt x="577766" y="4641723"/>
                    <a:pt x="569003" y="4641723"/>
                  </a:cubicBezTo>
                  <a:cubicBezTo>
                    <a:pt x="560240" y="4641723"/>
                    <a:pt x="553128" y="4634611"/>
                    <a:pt x="553128" y="4625848"/>
                  </a:cubicBezTo>
                  <a:lnTo>
                    <a:pt x="553128" y="4562348"/>
                  </a:lnTo>
                  <a:cubicBezTo>
                    <a:pt x="553128" y="4553585"/>
                    <a:pt x="560240" y="4546473"/>
                    <a:pt x="569003" y="4546473"/>
                  </a:cubicBezTo>
                  <a:cubicBezTo>
                    <a:pt x="577766" y="4546473"/>
                    <a:pt x="584878" y="4553585"/>
                    <a:pt x="584878" y="4562348"/>
                  </a:cubicBezTo>
                  <a:close/>
                  <a:moveTo>
                    <a:pt x="584878" y="4689348"/>
                  </a:moveTo>
                  <a:lnTo>
                    <a:pt x="584878" y="4752848"/>
                  </a:lnTo>
                  <a:cubicBezTo>
                    <a:pt x="584878" y="4761611"/>
                    <a:pt x="577766" y="4768723"/>
                    <a:pt x="569003" y="4768723"/>
                  </a:cubicBezTo>
                  <a:cubicBezTo>
                    <a:pt x="560240" y="4768723"/>
                    <a:pt x="553128" y="4761611"/>
                    <a:pt x="553128" y="4752848"/>
                  </a:cubicBezTo>
                  <a:lnTo>
                    <a:pt x="553128" y="4689348"/>
                  </a:lnTo>
                  <a:cubicBezTo>
                    <a:pt x="553128" y="4680585"/>
                    <a:pt x="560240" y="4673473"/>
                    <a:pt x="569003" y="4673473"/>
                  </a:cubicBezTo>
                  <a:cubicBezTo>
                    <a:pt x="577766" y="4673473"/>
                    <a:pt x="584878" y="4680585"/>
                    <a:pt x="584878" y="4689348"/>
                  </a:cubicBezTo>
                  <a:close/>
                  <a:moveTo>
                    <a:pt x="584878" y="4816348"/>
                  </a:moveTo>
                  <a:lnTo>
                    <a:pt x="584878" y="4879848"/>
                  </a:lnTo>
                  <a:cubicBezTo>
                    <a:pt x="584878" y="4888611"/>
                    <a:pt x="577766" y="4895723"/>
                    <a:pt x="569003" y="4895723"/>
                  </a:cubicBezTo>
                  <a:cubicBezTo>
                    <a:pt x="560240" y="4895723"/>
                    <a:pt x="553128" y="4888611"/>
                    <a:pt x="553128" y="4879848"/>
                  </a:cubicBezTo>
                  <a:lnTo>
                    <a:pt x="553128" y="4816348"/>
                  </a:lnTo>
                  <a:cubicBezTo>
                    <a:pt x="553128" y="4807585"/>
                    <a:pt x="560240" y="4800473"/>
                    <a:pt x="569003" y="4800473"/>
                  </a:cubicBezTo>
                  <a:cubicBezTo>
                    <a:pt x="577766" y="4800473"/>
                    <a:pt x="584878" y="4807585"/>
                    <a:pt x="584878" y="4816348"/>
                  </a:cubicBezTo>
                  <a:close/>
                  <a:moveTo>
                    <a:pt x="584878" y="4943348"/>
                  </a:moveTo>
                  <a:lnTo>
                    <a:pt x="584878" y="5006848"/>
                  </a:lnTo>
                  <a:cubicBezTo>
                    <a:pt x="584878" y="5015611"/>
                    <a:pt x="577766" y="5022723"/>
                    <a:pt x="569003" y="5022723"/>
                  </a:cubicBezTo>
                  <a:cubicBezTo>
                    <a:pt x="560240" y="5022723"/>
                    <a:pt x="553128" y="5015611"/>
                    <a:pt x="553128" y="5006848"/>
                  </a:cubicBezTo>
                  <a:lnTo>
                    <a:pt x="553128" y="4943348"/>
                  </a:lnTo>
                  <a:cubicBezTo>
                    <a:pt x="553128" y="4934585"/>
                    <a:pt x="560240" y="4927473"/>
                    <a:pt x="569003" y="4927473"/>
                  </a:cubicBezTo>
                  <a:cubicBezTo>
                    <a:pt x="577766" y="4927473"/>
                    <a:pt x="584878" y="4934585"/>
                    <a:pt x="584878" y="4943348"/>
                  </a:cubicBezTo>
                  <a:close/>
                  <a:moveTo>
                    <a:pt x="584878" y="5070348"/>
                  </a:moveTo>
                  <a:lnTo>
                    <a:pt x="584878" y="5133848"/>
                  </a:lnTo>
                  <a:cubicBezTo>
                    <a:pt x="584878" y="5142611"/>
                    <a:pt x="577766" y="5149723"/>
                    <a:pt x="569003" y="5149723"/>
                  </a:cubicBezTo>
                  <a:cubicBezTo>
                    <a:pt x="560240" y="5149723"/>
                    <a:pt x="553128" y="5142611"/>
                    <a:pt x="553128" y="5133848"/>
                  </a:cubicBezTo>
                  <a:lnTo>
                    <a:pt x="553128" y="5070348"/>
                  </a:lnTo>
                  <a:cubicBezTo>
                    <a:pt x="553128" y="5061585"/>
                    <a:pt x="560240" y="5054473"/>
                    <a:pt x="569003" y="5054473"/>
                  </a:cubicBezTo>
                  <a:cubicBezTo>
                    <a:pt x="577766" y="5054473"/>
                    <a:pt x="584878" y="5061585"/>
                    <a:pt x="584878" y="5070348"/>
                  </a:cubicBezTo>
                  <a:close/>
                  <a:moveTo>
                    <a:pt x="584878" y="5197348"/>
                  </a:moveTo>
                  <a:lnTo>
                    <a:pt x="584878" y="5260848"/>
                  </a:lnTo>
                  <a:cubicBezTo>
                    <a:pt x="584878" y="5269611"/>
                    <a:pt x="577766" y="5276723"/>
                    <a:pt x="569003" y="5276723"/>
                  </a:cubicBezTo>
                  <a:cubicBezTo>
                    <a:pt x="560240" y="5276723"/>
                    <a:pt x="553128" y="5269611"/>
                    <a:pt x="553128" y="5260848"/>
                  </a:cubicBezTo>
                  <a:lnTo>
                    <a:pt x="553128" y="5197348"/>
                  </a:lnTo>
                  <a:cubicBezTo>
                    <a:pt x="553128" y="5188585"/>
                    <a:pt x="560240" y="5181473"/>
                    <a:pt x="569003" y="5181473"/>
                  </a:cubicBezTo>
                  <a:cubicBezTo>
                    <a:pt x="577766" y="5181473"/>
                    <a:pt x="584878" y="5188585"/>
                    <a:pt x="584878" y="5197348"/>
                  </a:cubicBezTo>
                  <a:close/>
                  <a:moveTo>
                    <a:pt x="584878" y="5324348"/>
                  </a:moveTo>
                  <a:lnTo>
                    <a:pt x="584878" y="5387848"/>
                  </a:lnTo>
                  <a:cubicBezTo>
                    <a:pt x="584878" y="5396611"/>
                    <a:pt x="577766" y="5403723"/>
                    <a:pt x="569003" y="5403723"/>
                  </a:cubicBezTo>
                  <a:cubicBezTo>
                    <a:pt x="560240" y="5403723"/>
                    <a:pt x="553128" y="5396611"/>
                    <a:pt x="553128" y="5387848"/>
                  </a:cubicBezTo>
                  <a:lnTo>
                    <a:pt x="553128" y="5324348"/>
                  </a:lnTo>
                  <a:cubicBezTo>
                    <a:pt x="553128" y="5315585"/>
                    <a:pt x="560240" y="5308473"/>
                    <a:pt x="569003" y="5308473"/>
                  </a:cubicBezTo>
                  <a:cubicBezTo>
                    <a:pt x="577766" y="5308473"/>
                    <a:pt x="584878" y="5315585"/>
                    <a:pt x="584878" y="5324348"/>
                  </a:cubicBezTo>
                  <a:close/>
                  <a:moveTo>
                    <a:pt x="584878" y="5451348"/>
                  </a:moveTo>
                  <a:lnTo>
                    <a:pt x="584878" y="5514848"/>
                  </a:lnTo>
                  <a:cubicBezTo>
                    <a:pt x="584878" y="5523611"/>
                    <a:pt x="577766" y="5530723"/>
                    <a:pt x="569003" y="5530723"/>
                  </a:cubicBezTo>
                  <a:cubicBezTo>
                    <a:pt x="560240" y="5530723"/>
                    <a:pt x="553128" y="5523611"/>
                    <a:pt x="553128" y="5514848"/>
                  </a:cubicBezTo>
                  <a:lnTo>
                    <a:pt x="553128" y="5451348"/>
                  </a:lnTo>
                  <a:cubicBezTo>
                    <a:pt x="553128" y="5442585"/>
                    <a:pt x="560240" y="5435473"/>
                    <a:pt x="569003" y="5435473"/>
                  </a:cubicBezTo>
                  <a:cubicBezTo>
                    <a:pt x="577766" y="5435473"/>
                    <a:pt x="584878" y="5442585"/>
                    <a:pt x="584878" y="5451348"/>
                  </a:cubicBezTo>
                  <a:close/>
                  <a:moveTo>
                    <a:pt x="584878" y="5578348"/>
                  </a:moveTo>
                  <a:lnTo>
                    <a:pt x="584878" y="5641848"/>
                  </a:lnTo>
                  <a:cubicBezTo>
                    <a:pt x="584878" y="5650611"/>
                    <a:pt x="577766" y="5657723"/>
                    <a:pt x="569003" y="5657723"/>
                  </a:cubicBezTo>
                  <a:cubicBezTo>
                    <a:pt x="560240" y="5657723"/>
                    <a:pt x="553128" y="5650611"/>
                    <a:pt x="553128" y="5641848"/>
                  </a:cubicBezTo>
                  <a:lnTo>
                    <a:pt x="553128" y="5578348"/>
                  </a:lnTo>
                  <a:cubicBezTo>
                    <a:pt x="553128" y="5569585"/>
                    <a:pt x="560240" y="5562473"/>
                    <a:pt x="569003" y="5562473"/>
                  </a:cubicBezTo>
                  <a:cubicBezTo>
                    <a:pt x="577766" y="5562473"/>
                    <a:pt x="584878" y="5569585"/>
                    <a:pt x="584878" y="5578348"/>
                  </a:cubicBezTo>
                  <a:close/>
                  <a:moveTo>
                    <a:pt x="569003" y="5686552"/>
                  </a:moveTo>
                  <a:cubicBezTo>
                    <a:pt x="546397" y="5686552"/>
                    <a:pt x="524299" y="5684520"/>
                    <a:pt x="502963" y="5680837"/>
                  </a:cubicBezTo>
                  <a:cubicBezTo>
                    <a:pt x="494327" y="5679313"/>
                    <a:pt x="488612" y="5671058"/>
                    <a:pt x="490136" y="5662422"/>
                  </a:cubicBezTo>
                  <a:cubicBezTo>
                    <a:pt x="491660" y="5653786"/>
                    <a:pt x="499915" y="5648071"/>
                    <a:pt x="508551" y="5649595"/>
                  </a:cubicBezTo>
                  <a:cubicBezTo>
                    <a:pt x="527982" y="5653024"/>
                    <a:pt x="548302" y="5654802"/>
                    <a:pt x="569130" y="5654802"/>
                  </a:cubicBezTo>
                  <a:cubicBezTo>
                    <a:pt x="577893" y="5654802"/>
                    <a:pt x="585005" y="5661914"/>
                    <a:pt x="585005" y="5670677"/>
                  </a:cubicBezTo>
                  <a:cubicBezTo>
                    <a:pt x="585005" y="5679440"/>
                    <a:pt x="577893" y="5686552"/>
                    <a:pt x="569130" y="5686552"/>
                  </a:cubicBezTo>
                  <a:close/>
                </a:path>
              </a:pathLst>
            </a:custGeom>
            <a:solidFill>
              <a:srgbClr val="BFBFBF">
                <a:alpha val="75686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8405" y="0"/>
              <a:ext cx="585005" cy="5686552"/>
            </a:xfrm>
            <a:custGeom>
              <a:avLst/>
              <a:gdLst/>
              <a:ahLst/>
              <a:cxnLst/>
              <a:rect l="l" t="t" r="r" b="b"/>
              <a:pathLst>
                <a:path w="585005" h="5686552">
                  <a:moveTo>
                    <a:pt x="438955" y="5663438"/>
                  </a:moveTo>
                  <a:cubicBezTo>
                    <a:pt x="417619" y="5655437"/>
                    <a:pt x="397680" y="5645404"/>
                    <a:pt x="379265" y="5633847"/>
                  </a:cubicBezTo>
                  <a:cubicBezTo>
                    <a:pt x="371899" y="5629148"/>
                    <a:pt x="369613" y="5619369"/>
                    <a:pt x="374312" y="5611876"/>
                  </a:cubicBezTo>
                  <a:cubicBezTo>
                    <a:pt x="379011" y="5604383"/>
                    <a:pt x="388790" y="5602224"/>
                    <a:pt x="396283" y="5606923"/>
                  </a:cubicBezTo>
                  <a:cubicBezTo>
                    <a:pt x="412793" y="5617337"/>
                    <a:pt x="430827" y="5626354"/>
                    <a:pt x="450131" y="5633593"/>
                  </a:cubicBezTo>
                  <a:cubicBezTo>
                    <a:pt x="458386" y="5636641"/>
                    <a:pt x="462450" y="5645785"/>
                    <a:pt x="459402" y="5654040"/>
                  </a:cubicBezTo>
                  <a:cubicBezTo>
                    <a:pt x="456354" y="5662295"/>
                    <a:pt x="447210" y="5666359"/>
                    <a:pt x="438955" y="5663311"/>
                  </a:cubicBezTo>
                  <a:close/>
                  <a:moveTo>
                    <a:pt x="327195" y="5591556"/>
                  </a:moveTo>
                  <a:cubicBezTo>
                    <a:pt x="311193" y="5575046"/>
                    <a:pt x="297604" y="5556758"/>
                    <a:pt x="287190" y="5536946"/>
                  </a:cubicBezTo>
                  <a:cubicBezTo>
                    <a:pt x="283126" y="5529199"/>
                    <a:pt x="286047" y="5519547"/>
                    <a:pt x="293794" y="5515483"/>
                  </a:cubicBezTo>
                  <a:cubicBezTo>
                    <a:pt x="301541" y="5511419"/>
                    <a:pt x="311193" y="5514340"/>
                    <a:pt x="315257" y="5522087"/>
                  </a:cubicBezTo>
                  <a:cubicBezTo>
                    <a:pt x="324274" y="5538978"/>
                    <a:pt x="335958" y="5554853"/>
                    <a:pt x="350055" y="5569458"/>
                  </a:cubicBezTo>
                  <a:cubicBezTo>
                    <a:pt x="356151" y="5575808"/>
                    <a:pt x="356024" y="5585841"/>
                    <a:pt x="349674" y="5591937"/>
                  </a:cubicBezTo>
                  <a:cubicBezTo>
                    <a:pt x="343324" y="5598033"/>
                    <a:pt x="333291" y="5597906"/>
                    <a:pt x="327195" y="5591556"/>
                  </a:cubicBezTo>
                  <a:close/>
                  <a:moveTo>
                    <a:pt x="265092" y="5472303"/>
                  </a:moveTo>
                  <a:cubicBezTo>
                    <a:pt x="263314" y="5461635"/>
                    <a:pt x="262425" y="5450713"/>
                    <a:pt x="262425" y="5439537"/>
                  </a:cubicBezTo>
                  <a:lnTo>
                    <a:pt x="278300" y="5439537"/>
                  </a:lnTo>
                  <a:lnTo>
                    <a:pt x="262425" y="5439537"/>
                  </a:lnTo>
                  <a:lnTo>
                    <a:pt x="262425" y="5406390"/>
                  </a:lnTo>
                  <a:cubicBezTo>
                    <a:pt x="262425" y="5397627"/>
                    <a:pt x="269537" y="5390515"/>
                    <a:pt x="278300" y="5390515"/>
                  </a:cubicBezTo>
                  <a:cubicBezTo>
                    <a:pt x="287063" y="5390515"/>
                    <a:pt x="294175" y="5397627"/>
                    <a:pt x="294175" y="5406390"/>
                  </a:cubicBezTo>
                  <a:lnTo>
                    <a:pt x="294175" y="5439664"/>
                  </a:lnTo>
                  <a:cubicBezTo>
                    <a:pt x="294175" y="5449062"/>
                    <a:pt x="294937" y="5458206"/>
                    <a:pt x="296461" y="5467223"/>
                  </a:cubicBezTo>
                  <a:cubicBezTo>
                    <a:pt x="297858" y="5475859"/>
                    <a:pt x="292016" y="5483987"/>
                    <a:pt x="283380" y="5485511"/>
                  </a:cubicBezTo>
                  <a:cubicBezTo>
                    <a:pt x="274744" y="5487035"/>
                    <a:pt x="266616" y="5481066"/>
                    <a:pt x="265092" y="5472430"/>
                  </a:cubicBezTo>
                  <a:close/>
                  <a:moveTo>
                    <a:pt x="262425" y="5342890"/>
                  </a:moveTo>
                  <a:lnTo>
                    <a:pt x="262425" y="5279390"/>
                  </a:lnTo>
                  <a:cubicBezTo>
                    <a:pt x="262425" y="5270627"/>
                    <a:pt x="269537" y="5263515"/>
                    <a:pt x="278300" y="5263515"/>
                  </a:cubicBezTo>
                  <a:cubicBezTo>
                    <a:pt x="287063" y="5263515"/>
                    <a:pt x="294175" y="5270627"/>
                    <a:pt x="294175" y="5279390"/>
                  </a:cubicBezTo>
                  <a:lnTo>
                    <a:pt x="294175" y="5342890"/>
                  </a:lnTo>
                  <a:cubicBezTo>
                    <a:pt x="294175" y="5351653"/>
                    <a:pt x="287063" y="5358765"/>
                    <a:pt x="278300" y="5358765"/>
                  </a:cubicBezTo>
                  <a:cubicBezTo>
                    <a:pt x="269537" y="5358765"/>
                    <a:pt x="262425" y="5351653"/>
                    <a:pt x="262425" y="5342890"/>
                  </a:cubicBezTo>
                  <a:close/>
                  <a:moveTo>
                    <a:pt x="262425" y="5215890"/>
                  </a:moveTo>
                  <a:lnTo>
                    <a:pt x="262425" y="5152390"/>
                  </a:lnTo>
                  <a:cubicBezTo>
                    <a:pt x="262425" y="5143627"/>
                    <a:pt x="269537" y="5136515"/>
                    <a:pt x="278300" y="5136515"/>
                  </a:cubicBezTo>
                  <a:cubicBezTo>
                    <a:pt x="287063" y="5136515"/>
                    <a:pt x="294175" y="5143627"/>
                    <a:pt x="294175" y="5152390"/>
                  </a:cubicBezTo>
                  <a:lnTo>
                    <a:pt x="294175" y="5215890"/>
                  </a:lnTo>
                  <a:cubicBezTo>
                    <a:pt x="294175" y="5224653"/>
                    <a:pt x="287063" y="5231765"/>
                    <a:pt x="278300" y="5231765"/>
                  </a:cubicBezTo>
                  <a:cubicBezTo>
                    <a:pt x="269537" y="5231765"/>
                    <a:pt x="262425" y="5224653"/>
                    <a:pt x="262425" y="5215890"/>
                  </a:cubicBezTo>
                  <a:close/>
                  <a:moveTo>
                    <a:pt x="262425" y="5088890"/>
                  </a:moveTo>
                  <a:lnTo>
                    <a:pt x="262425" y="5025390"/>
                  </a:lnTo>
                  <a:cubicBezTo>
                    <a:pt x="262425" y="5016627"/>
                    <a:pt x="269537" y="5009515"/>
                    <a:pt x="278300" y="5009515"/>
                  </a:cubicBezTo>
                  <a:cubicBezTo>
                    <a:pt x="287063" y="5009515"/>
                    <a:pt x="294175" y="5016627"/>
                    <a:pt x="294175" y="5025390"/>
                  </a:cubicBezTo>
                  <a:lnTo>
                    <a:pt x="294175" y="5088890"/>
                  </a:lnTo>
                  <a:cubicBezTo>
                    <a:pt x="294175" y="5097653"/>
                    <a:pt x="287063" y="5104765"/>
                    <a:pt x="278300" y="5104765"/>
                  </a:cubicBezTo>
                  <a:cubicBezTo>
                    <a:pt x="269537" y="5104765"/>
                    <a:pt x="262425" y="5097653"/>
                    <a:pt x="262425" y="5088890"/>
                  </a:cubicBezTo>
                  <a:close/>
                  <a:moveTo>
                    <a:pt x="262425" y="4961890"/>
                  </a:moveTo>
                  <a:lnTo>
                    <a:pt x="262425" y="4898390"/>
                  </a:lnTo>
                  <a:cubicBezTo>
                    <a:pt x="262425" y="4889627"/>
                    <a:pt x="269537" y="4882515"/>
                    <a:pt x="278300" y="4882515"/>
                  </a:cubicBezTo>
                  <a:cubicBezTo>
                    <a:pt x="287063" y="4882515"/>
                    <a:pt x="294175" y="4889627"/>
                    <a:pt x="294175" y="4898390"/>
                  </a:cubicBezTo>
                  <a:lnTo>
                    <a:pt x="294175" y="4961890"/>
                  </a:lnTo>
                  <a:cubicBezTo>
                    <a:pt x="294175" y="4970653"/>
                    <a:pt x="287063" y="4977765"/>
                    <a:pt x="278300" y="4977765"/>
                  </a:cubicBezTo>
                  <a:cubicBezTo>
                    <a:pt x="269537" y="4977765"/>
                    <a:pt x="262425" y="4970653"/>
                    <a:pt x="262425" y="4961890"/>
                  </a:cubicBezTo>
                  <a:close/>
                  <a:moveTo>
                    <a:pt x="262425" y="4834890"/>
                  </a:moveTo>
                  <a:lnTo>
                    <a:pt x="262425" y="4771390"/>
                  </a:lnTo>
                  <a:cubicBezTo>
                    <a:pt x="262425" y="4762627"/>
                    <a:pt x="269537" y="4755515"/>
                    <a:pt x="278300" y="4755515"/>
                  </a:cubicBezTo>
                  <a:cubicBezTo>
                    <a:pt x="287063" y="4755515"/>
                    <a:pt x="294175" y="4762627"/>
                    <a:pt x="294175" y="4771390"/>
                  </a:cubicBezTo>
                  <a:lnTo>
                    <a:pt x="294175" y="4834890"/>
                  </a:lnTo>
                  <a:cubicBezTo>
                    <a:pt x="294175" y="4843653"/>
                    <a:pt x="287063" y="4850765"/>
                    <a:pt x="278300" y="4850765"/>
                  </a:cubicBezTo>
                  <a:cubicBezTo>
                    <a:pt x="269537" y="4850765"/>
                    <a:pt x="262425" y="4843653"/>
                    <a:pt x="262425" y="4834890"/>
                  </a:cubicBezTo>
                  <a:close/>
                  <a:moveTo>
                    <a:pt x="262425" y="4707890"/>
                  </a:moveTo>
                  <a:lnTo>
                    <a:pt x="262425" y="4644390"/>
                  </a:lnTo>
                  <a:cubicBezTo>
                    <a:pt x="262425" y="4635627"/>
                    <a:pt x="269537" y="4628515"/>
                    <a:pt x="278300" y="4628515"/>
                  </a:cubicBezTo>
                  <a:cubicBezTo>
                    <a:pt x="287063" y="4628515"/>
                    <a:pt x="294175" y="4635627"/>
                    <a:pt x="294175" y="4644390"/>
                  </a:cubicBezTo>
                  <a:lnTo>
                    <a:pt x="294175" y="4707890"/>
                  </a:lnTo>
                  <a:cubicBezTo>
                    <a:pt x="294175" y="4716653"/>
                    <a:pt x="287063" y="4723765"/>
                    <a:pt x="278300" y="4723765"/>
                  </a:cubicBezTo>
                  <a:cubicBezTo>
                    <a:pt x="269537" y="4723765"/>
                    <a:pt x="262425" y="4716653"/>
                    <a:pt x="262425" y="4707890"/>
                  </a:cubicBezTo>
                  <a:close/>
                  <a:moveTo>
                    <a:pt x="262425" y="4580890"/>
                  </a:moveTo>
                  <a:lnTo>
                    <a:pt x="262425" y="4517390"/>
                  </a:lnTo>
                  <a:cubicBezTo>
                    <a:pt x="262425" y="4508627"/>
                    <a:pt x="269537" y="4501515"/>
                    <a:pt x="278300" y="4501515"/>
                  </a:cubicBezTo>
                  <a:cubicBezTo>
                    <a:pt x="287063" y="4501515"/>
                    <a:pt x="294175" y="4508627"/>
                    <a:pt x="294175" y="4517390"/>
                  </a:cubicBezTo>
                  <a:lnTo>
                    <a:pt x="294175" y="4580890"/>
                  </a:lnTo>
                  <a:cubicBezTo>
                    <a:pt x="294175" y="4589653"/>
                    <a:pt x="287063" y="4596765"/>
                    <a:pt x="278300" y="4596765"/>
                  </a:cubicBezTo>
                  <a:cubicBezTo>
                    <a:pt x="269537" y="4596765"/>
                    <a:pt x="262425" y="4589653"/>
                    <a:pt x="262425" y="4580890"/>
                  </a:cubicBezTo>
                  <a:close/>
                  <a:moveTo>
                    <a:pt x="262425" y="4453890"/>
                  </a:moveTo>
                  <a:lnTo>
                    <a:pt x="262425" y="4390390"/>
                  </a:lnTo>
                  <a:cubicBezTo>
                    <a:pt x="262425" y="4381627"/>
                    <a:pt x="269537" y="4374515"/>
                    <a:pt x="278300" y="4374515"/>
                  </a:cubicBezTo>
                  <a:cubicBezTo>
                    <a:pt x="287063" y="4374515"/>
                    <a:pt x="294175" y="4381627"/>
                    <a:pt x="294175" y="4390390"/>
                  </a:cubicBezTo>
                  <a:lnTo>
                    <a:pt x="294175" y="4453890"/>
                  </a:lnTo>
                  <a:cubicBezTo>
                    <a:pt x="294175" y="4462653"/>
                    <a:pt x="287063" y="4469765"/>
                    <a:pt x="278300" y="4469765"/>
                  </a:cubicBezTo>
                  <a:cubicBezTo>
                    <a:pt x="269537" y="4469765"/>
                    <a:pt x="262425" y="4462653"/>
                    <a:pt x="262425" y="4453890"/>
                  </a:cubicBezTo>
                  <a:close/>
                  <a:moveTo>
                    <a:pt x="262425" y="4326890"/>
                  </a:moveTo>
                  <a:lnTo>
                    <a:pt x="262425" y="4263390"/>
                  </a:lnTo>
                  <a:cubicBezTo>
                    <a:pt x="262425" y="4254627"/>
                    <a:pt x="269537" y="4247515"/>
                    <a:pt x="278300" y="4247515"/>
                  </a:cubicBezTo>
                  <a:cubicBezTo>
                    <a:pt x="287063" y="4247515"/>
                    <a:pt x="294175" y="4254627"/>
                    <a:pt x="294175" y="4263390"/>
                  </a:cubicBezTo>
                  <a:lnTo>
                    <a:pt x="294175" y="4326890"/>
                  </a:lnTo>
                  <a:cubicBezTo>
                    <a:pt x="294175" y="4335653"/>
                    <a:pt x="287063" y="4342765"/>
                    <a:pt x="278300" y="4342765"/>
                  </a:cubicBezTo>
                  <a:cubicBezTo>
                    <a:pt x="269537" y="4342765"/>
                    <a:pt x="262425" y="4335653"/>
                    <a:pt x="262425" y="4326890"/>
                  </a:cubicBezTo>
                  <a:close/>
                  <a:moveTo>
                    <a:pt x="262425" y="4199890"/>
                  </a:moveTo>
                  <a:lnTo>
                    <a:pt x="262425" y="4136390"/>
                  </a:lnTo>
                  <a:cubicBezTo>
                    <a:pt x="262425" y="4127627"/>
                    <a:pt x="269537" y="4120515"/>
                    <a:pt x="278300" y="4120515"/>
                  </a:cubicBezTo>
                  <a:cubicBezTo>
                    <a:pt x="287063" y="4120515"/>
                    <a:pt x="294175" y="4127627"/>
                    <a:pt x="294175" y="4136390"/>
                  </a:cubicBezTo>
                  <a:lnTo>
                    <a:pt x="294175" y="4199890"/>
                  </a:lnTo>
                  <a:cubicBezTo>
                    <a:pt x="294175" y="4208653"/>
                    <a:pt x="287063" y="4215765"/>
                    <a:pt x="278300" y="4215765"/>
                  </a:cubicBezTo>
                  <a:cubicBezTo>
                    <a:pt x="269537" y="4215765"/>
                    <a:pt x="262425" y="4208653"/>
                    <a:pt x="262425" y="4199890"/>
                  </a:cubicBezTo>
                  <a:close/>
                  <a:moveTo>
                    <a:pt x="262425" y="4072890"/>
                  </a:moveTo>
                  <a:lnTo>
                    <a:pt x="262425" y="4009390"/>
                  </a:lnTo>
                  <a:cubicBezTo>
                    <a:pt x="262425" y="4000627"/>
                    <a:pt x="269537" y="3993515"/>
                    <a:pt x="278300" y="3993515"/>
                  </a:cubicBezTo>
                  <a:cubicBezTo>
                    <a:pt x="287063" y="3993515"/>
                    <a:pt x="294175" y="4000627"/>
                    <a:pt x="294175" y="4009390"/>
                  </a:cubicBezTo>
                  <a:lnTo>
                    <a:pt x="294175" y="4072890"/>
                  </a:lnTo>
                  <a:cubicBezTo>
                    <a:pt x="294175" y="4081653"/>
                    <a:pt x="287063" y="4088765"/>
                    <a:pt x="278300" y="4088765"/>
                  </a:cubicBezTo>
                  <a:cubicBezTo>
                    <a:pt x="269537" y="4088765"/>
                    <a:pt x="262425" y="4081653"/>
                    <a:pt x="262425" y="4072890"/>
                  </a:cubicBezTo>
                  <a:close/>
                  <a:moveTo>
                    <a:pt x="262425" y="3945890"/>
                  </a:moveTo>
                  <a:lnTo>
                    <a:pt x="262425" y="3882390"/>
                  </a:lnTo>
                  <a:cubicBezTo>
                    <a:pt x="262425" y="3873627"/>
                    <a:pt x="269537" y="3866515"/>
                    <a:pt x="278300" y="3866515"/>
                  </a:cubicBezTo>
                  <a:cubicBezTo>
                    <a:pt x="287063" y="3866515"/>
                    <a:pt x="294175" y="3873627"/>
                    <a:pt x="294175" y="3882390"/>
                  </a:cubicBezTo>
                  <a:lnTo>
                    <a:pt x="294175" y="3945890"/>
                  </a:lnTo>
                  <a:cubicBezTo>
                    <a:pt x="294175" y="3954653"/>
                    <a:pt x="287063" y="3961765"/>
                    <a:pt x="278300" y="3961765"/>
                  </a:cubicBezTo>
                  <a:cubicBezTo>
                    <a:pt x="269537" y="3961765"/>
                    <a:pt x="262425" y="3954653"/>
                    <a:pt x="262425" y="3945890"/>
                  </a:cubicBezTo>
                  <a:close/>
                  <a:moveTo>
                    <a:pt x="262425" y="3818890"/>
                  </a:moveTo>
                  <a:lnTo>
                    <a:pt x="262425" y="3755390"/>
                  </a:lnTo>
                  <a:cubicBezTo>
                    <a:pt x="262425" y="3746627"/>
                    <a:pt x="269537" y="3739515"/>
                    <a:pt x="278300" y="3739515"/>
                  </a:cubicBezTo>
                  <a:cubicBezTo>
                    <a:pt x="287063" y="3739515"/>
                    <a:pt x="294175" y="3746627"/>
                    <a:pt x="294175" y="3755390"/>
                  </a:cubicBezTo>
                  <a:lnTo>
                    <a:pt x="294175" y="3818890"/>
                  </a:lnTo>
                  <a:cubicBezTo>
                    <a:pt x="294175" y="3827653"/>
                    <a:pt x="287063" y="3834765"/>
                    <a:pt x="278300" y="3834765"/>
                  </a:cubicBezTo>
                  <a:cubicBezTo>
                    <a:pt x="269537" y="3834765"/>
                    <a:pt x="262425" y="3827653"/>
                    <a:pt x="262425" y="3818890"/>
                  </a:cubicBezTo>
                  <a:close/>
                  <a:moveTo>
                    <a:pt x="262425" y="3691890"/>
                  </a:moveTo>
                  <a:lnTo>
                    <a:pt x="262425" y="3628390"/>
                  </a:lnTo>
                  <a:cubicBezTo>
                    <a:pt x="262425" y="3619627"/>
                    <a:pt x="269537" y="3612515"/>
                    <a:pt x="278300" y="3612515"/>
                  </a:cubicBezTo>
                  <a:cubicBezTo>
                    <a:pt x="287063" y="3612515"/>
                    <a:pt x="294175" y="3619627"/>
                    <a:pt x="294175" y="3628390"/>
                  </a:cubicBezTo>
                  <a:lnTo>
                    <a:pt x="294175" y="3691890"/>
                  </a:lnTo>
                  <a:cubicBezTo>
                    <a:pt x="294175" y="3700653"/>
                    <a:pt x="287063" y="3707765"/>
                    <a:pt x="278300" y="3707765"/>
                  </a:cubicBezTo>
                  <a:cubicBezTo>
                    <a:pt x="269537" y="3707765"/>
                    <a:pt x="262425" y="3700653"/>
                    <a:pt x="262425" y="3691890"/>
                  </a:cubicBezTo>
                  <a:close/>
                  <a:moveTo>
                    <a:pt x="262425" y="3564890"/>
                  </a:moveTo>
                  <a:lnTo>
                    <a:pt x="262425" y="3501390"/>
                  </a:lnTo>
                  <a:cubicBezTo>
                    <a:pt x="262425" y="3492627"/>
                    <a:pt x="269537" y="3485515"/>
                    <a:pt x="278300" y="3485515"/>
                  </a:cubicBezTo>
                  <a:cubicBezTo>
                    <a:pt x="287063" y="3485515"/>
                    <a:pt x="294175" y="3492627"/>
                    <a:pt x="294175" y="3501390"/>
                  </a:cubicBezTo>
                  <a:lnTo>
                    <a:pt x="294175" y="3564890"/>
                  </a:lnTo>
                  <a:cubicBezTo>
                    <a:pt x="294175" y="3573653"/>
                    <a:pt x="287063" y="3580765"/>
                    <a:pt x="278300" y="3580765"/>
                  </a:cubicBezTo>
                  <a:cubicBezTo>
                    <a:pt x="269537" y="3580765"/>
                    <a:pt x="262425" y="3573653"/>
                    <a:pt x="262425" y="3564890"/>
                  </a:cubicBezTo>
                  <a:close/>
                  <a:moveTo>
                    <a:pt x="262425" y="3437890"/>
                  </a:moveTo>
                  <a:lnTo>
                    <a:pt x="262425" y="3374390"/>
                  </a:lnTo>
                  <a:cubicBezTo>
                    <a:pt x="262425" y="3365627"/>
                    <a:pt x="269537" y="3358515"/>
                    <a:pt x="278300" y="3358515"/>
                  </a:cubicBezTo>
                  <a:cubicBezTo>
                    <a:pt x="287063" y="3358515"/>
                    <a:pt x="294175" y="3365627"/>
                    <a:pt x="294175" y="3374390"/>
                  </a:cubicBezTo>
                  <a:lnTo>
                    <a:pt x="294175" y="3437890"/>
                  </a:lnTo>
                  <a:cubicBezTo>
                    <a:pt x="294175" y="3446653"/>
                    <a:pt x="287063" y="3453765"/>
                    <a:pt x="278300" y="3453765"/>
                  </a:cubicBezTo>
                  <a:cubicBezTo>
                    <a:pt x="269537" y="3453765"/>
                    <a:pt x="262425" y="3446653"/>
                    <a:pt x="262425" y="3437890"/>
                  </a:cubicBezTo>
                  <a:close/>
                  <a:moveTo>
                    <a:pt x="262425" y="3310890"/>
                  </a:moveTo>
                  <a:lnTo>
                    <a:pt x="262425" y="3247390"/>
                  </a:lnTo>
                  <a:cubicBezTo>
                    <a:pt x="262425" y="3238627"/>
                    <a:pt x="269537" y="3231515"/>
                    <a:pt x="278300" y="3231515"/>
                  </a:cubicBezTo>
                  <a:cubicBezTo>
                    <a:pt x="287063" y="3231515"/>
                    <a:pt x="294175" y="3238627"/>
                    <a:pt x="294175" y="3247390"/>
                  </a:cubicBezTo>
                  <a:lnTo>
                    <a:pt x="294175" y="3310890"/>
                  </a:lnTo>
                  <a:cubicBezTo>
                    <a:pt x="294175" y="3319653"/>
                    <a:pt x="287063" y="3326765"/>
                    <a:pt x="278300" y="3326765"/>
                  </a:cubicBezTo>
                  <a:cubicBezTo>
                    <a:pt x="269537" y="3326765"/>
                    <a:pt x="262425" y="3319653"/>
                    <a:pt x="262425" y="3310890"/>
                  </a:cubicBezTo>
                  <a:close/>
                  <a:moveTo>
                    <a:pt x="262425" y="3183890"/>
                  </a:moveTo>
                  <a:lnTo>
                    <a:pt x="262425" y="3120390"/>
                  </a:lnTo>
                  <a:cubicBezTo>
                    <a:pt x="262425" y="3111627"/>
                    <a:pt x="269537" y="3104515"/>
                    <a:pt x="278300" y="3104515"/>
                  </a:cubicBezTo>
                  <a:cubicBezTo>
                    <a:pt x="287063" y="3104515"/>
                    <a:pt x="294175" y="3111627"/>
                    <a:pt x="294175" y="3120390"/>
                  </a:cubicBezTo>
                  <a:lnTo>
                    <a:pt x="294175" y="3183890"/>
                  </a:lnTo>
                  <a:cubicBezTo>
                    <a:pt x="294175" y="3192653"/>
                    <a:pt x="287063" y="3199765"/>
                    <a:pt x="278300" y="3199765"/>
                  </a:cubicBezTo>
                  <a:cubicBezTo>
                    <a:pt x="269537" y="3199765"/>
                    <a:pt x="262425" y="3192653"/>
                    <a:pt x="262425" y="3183890"/>
                  </a:cubicBezTo>
                  <a:close/>
                  <a:moveTo>
                    <a:pt x="262425" y="3056890"/>
                  </a:moveTo>
                  <a:lnTo>
                    <a:pt x="262425" y="2993390"/>
                  </a:lnTo>
                  <a:cubicBezTo>
                    <a:pt x="262425" y="2984627"/>
                    <a:pt x="269537" y="2977515"/>
                    <a:pt x="278300" y="2977515"/>
                  </a:cubicBezTo>
                  <a:cubicBezTo>
                    <a:pt x="287063" y="2977515"/>
                    <a:pt x="294175" y="2984627"/>
                    <a:pt x="294175" y="2993390"/>
                  </a:cubicBezTo>
                  <a:lnTo>
                    <a:pt x="294175" y="3056890"/>
                  </a:lnTo>
                  <a:cubicBezTo>
                    <a:pt x="294175" y="3065653"/>
                    <a:pt x="287063" y="3072765"/>
                    <a:pt x="278300" y="3072765"/>
                  </a:cubicBezTo>
                  <a:cubicBezTo>
                    <a:pt x="269537" y="3072765"/>
                    <a:pt x="262425" y="3065653"/>
                    <a:pt x="262425" y="3056890"/>
                  </a:cubicBezTo>
                  <a:close/>
                  <a:moveTo>
                    <a:pt x="262425" y="2929890"/>
                  </a:moveTo>
                  <a:lnTo>
                    <a:pt x="262425" y="2866390"/>
                  </a:lnTo>
                  <a:cubicBezTo>
                    <a:pt x="262425" y="2857627"/>
                    <a:pt x="269537" y="2850515"/>
                    <a:pt x="278300" y="2850515"/>
                  </a:cubicBezTo>
                  <a:cubicBezTo>
                    <a:pt x="287063" y="2850515"/>
                    <a:pt x="294175" y="2857627"/>
                    <a:pt x="294175" y="2866390"/>
                  </a:cubicBezTo>
                  <a:lnTo>
                    <a:pt x="294175" y="2929890"/>
                  </a:lnTo>
                  <a:cubicBezTo>
                    <a:pt x="294175" y="2938653"/>
                    <a:pt x="287063" y="2945765"/>
                    <a:pt x="278300" y="2945765"/>
                  </a:cubicBezTo>
                  <a:cubicBezTo>
                    <a:pt x="269537" y="2945765"/>
                    <a:pt x="262425" y="2938653"/>
                    <a:pt x="262425" y="2929890"/>
                  </a:cubicBezTo>
                  <a:close/>
                  <a:moveTo>
                    <a:pt x="262425" y="2802890"/>
                  </a:moveTo>
                  <a:lnTo>
                    <a:pt x="262425" y="2739390"/>
                  </a:lnTo>
                  <a:cubicBezTo>
                    <a:pt x="262425" y="2730627"/>
                    <a:pt x="269537" y="2723515"/>
                    <a:pt x="278300" y="2723515"/>
                  </a:cubicBezTo>
                  <a:cubicBezTo>
                    <a:pt x="287063" y="2723515"/>
                    <a:pt x="294175" y="2730627"/>
                    <a:pt x="294175" y="2739390"/>
                  </a:cubicBezTo>
                  <a:lnTo>
                    <a:pt x="294175" y="2802890"/>
                  </a:lnTo>
                  <a:cubicBezTo>
                    <a:pt x="294175" y="2811653"/>
                    <a:pt x="287063" y="2818765"/>
                    <a:pt x="278300" y="2818765"/>
                  </a:cubicBezTo>
                  <a:cubicBezTo>
                    <a:pt x="269537" y="2818765"/>
                    <a:pt x="262425" y="2811653"/>
                    <a:pt x="262425" y="2802890"/>
                  </a:cubicBezTo>
                  <a:close/>
                  <a:moveTo>
                    <a:pt x="262425" y="2675890"/>
                  </a:moveTo>
                  <a:lnTo>
                    <a:pt x="262425" y="2612390"/>
                  </a:lnTo>
                  <a:cubicBezTo>
                    <a:pt x="262425" y="2603627"/>
                    <a:pt x="269537" y="2596515"/>
                    <a:pt x="278300" y="2596515"/>
                  </a:cubicBezTo>
                  <a:cubicBezTo>
                    <a:pt x="287063" y="2596515"/>
                    <a:pt x="294175" y="2603627"/>
                    <a:pt x="294175" y="2612390"/>
                  </a:cubicBezTo>
                  <a:lnTo>
                    <a:pt x="294175" y="2675890"/>
                  </a:lnTo>
                  <a:cubicBezTo>
                    <a:pt x="294175" y="2684653"/>
                    <a:pt x="287063" y="2691765"/>
                    <a:pt x="278300" y="2691765"/>
                  </a:cubicBezTo>
                  <a:cubicBezTo>
                    <a:pt x="269537" y="2691765"/>
                    <a:pt x="262425" y="2684653"/>
                    <a:pt x="262425" y="2675890"/>
                  </a:cubicBezTo>
                  <a:close/>
                  <a:moveTo>
                    <a:pt x="262425" y="2548890"/>
                  </a:moveTo>
                  <a:lnTo>
                    <a:pt x="262425" y="2485390"/>
                  </a:lnTo>
                  <a:cubicBezTo>
                    <a:pt x="262425" y="2476627"/>
                    <a:pt x="269537" y="2469515"/>
                    <a:pt x="278300" y="2469515"/>
                  </a:cubicBezTo>
                  <a:cubicBezTo>
                    <a:pt x="287063" y="2469515"/>
                    <a:pt x="294175" y="2476627"/>
                    <a:pt x="294175" y="2485390"/>
                  </a:cubicBezTo>
                  <a:lnTo>
                    <a:pt x="294175" y="2548890"/>
                  </a:lnTo>
                  <a:cubicBezTo>
                    <a:pt x="294175" y="2557653"/>
                    <a:pt x="287063" y="2564765"/>
                    <a:pt x="278300" y="2564765"/>
                  </a:cubicBezTo>
                  <a:cubicBezTo>
                    <a:pt x="269537" y="2564765"/>
                    <a:pt x="262425" y="2557653"/>
                    <a:pt x="262425" y="2548890"/>
                  </a:cubicBezTo>
                  <a:close/>
                  <a:moveTo>
                    <a:pt x="262425" y="2421890"/>
                  </a:moveTo>
                  <a:lnTo>
                    <a:pt x="262425" y="2358390"/>
                  </a:lnTo>
                  <a:cubicBezTo>
                    <a:pt x="262425" y="2349627"/>
                    <a:pt x="269537" y="2342515"/>
                    <a:pt x="278300" y="2342515"/>
                  </a:cubicBezTo>
                  <a:cubicBezTo>
                    <a:pt x="287063" y="2342515"/>
                    <a:pt x="294175" y="2349627"/>
                    <a:pt x="294175" y="2358390"/>
                  </a:cubicBezTo>
                  <a:lnTo>
                    <a:pt x="294175" y="2421890"/>
                  </a:lnTo>
                  <a:cubicBezTo>
                    <a:pt x="294175" y="2430653"/>
                    <a:pt x="287063" y="2437765"/>
                    <a:pt x="278300" y="2437765"/>
                  </a:cubicBezTo>
                  <a:cubicBezTo>
                    <a:pt x="269537" y="2437765"/>
                    <a:pt x="262425" y="2430653"/>
                    <a:pt x="262425" y="2421890"/>
                  </a:cubicBezTo>
                  <a:close/>
                  <a:moveTo>
                    <a:pt x="262425" y="2294890"/>
                  </a:moveTo>
                  <a:lnTo>
                    <a:pt x="262425" y="2231390"/>
                  </a:lnTo>
                  <a:cubicBezTo>
                    <a:pt x="262425" y="2222627"/>
                    <a:pt x="269537" y="2215515"/>
                    <a:pt x="278300" y="2215515"/>
                  </a:cubicBezTo>
                  <a:cubicBezTo>
                    <a:pt x="287063" y="2215515"/>
                    <a:pt x="294175" y="2222627"/>
                    <a:pt x="294175" y="2231390"/>
                  </a:cubicBezTo>
                  <a:lnTo>
                    <a:pt x="294175" y="2294890"/>
                  </a:lnTo>
                  <a:cubicBezTo>
                    <a:pt x="294175" y="2303653"/>
                    <a:pt x="287063" y="2310765"/>
                    <a:pt x="278300" y="2310765"/>
                  </a:cubicBezTo>
                  <a:cubicBezTo>
                    <a:pt x="269537" y="2310765"/>
                    <a:pt x="262425" y="2303653"/>
                    <a:pt x="262425" y="2294890"/>
                  </a:cubicBezTo>
                  <a:close/>
                  <a:moveTo>
                    <a:pt x="262425" y="2167890"/>
                  </a:moveTo>
                  <a:lnTo>
                    <a:pt x="262425" y="2104390"/>
                  </a:lnTo>
                  <a:cubicBezTo>
                    <a:pt x="262425" y="2095627"/>
                    <a:pt x="269537" y="2088515"/>
                    <a:pt x="278300" y="2088515"/>
                  </a:cubicBezTo>
                  <a:cubicBezTo>
                    <a:pt x="287063" y="2088515"/>
                    <a:pt x="294175" y="2095627"/>
                    <a:pt x="294175" y="2104390"/>
                  </a:cubicBezTo>
                  <a:lnTo>
                    <a:pt x="294175" y="2167890"/>
                  </a:lnTo>
                  <a:cubicBezTo>
                    <a:pt x="294175" y="2176653"/>
                    <a:pt x="287063" y="2183765"/>
                    <a:pt x="278300" y="2183765"/>
                  </a:cubicBezTo>
                  <a:cubicBezTo>
                    <a:pt x="269537" y="2183765"/>
                    <a:pt x="262425" y="2176653"/>
                    <a:pt x="262425" y="2167890"/>
                  </a:cubicBezTo>
                  <a:close/>
                  <a:moveTo>
                    <a:pt x="262425" y="2040890"/>
                  </a:moveTo>
                  <a:lnTo>
                    <a:pt x="262425" y="1977390"/>
                  </a:lnTo>
                  <a:cubicBezTo>
                    <a:pt x="262425" y="1968627"/>
                    <a:pt x="269537" y="1961515"/>
                    <a:pt x="278300" y="1961515"/>
                  </a:cubicBezTo>
                  <a:cubicBezTo>
                    <a:pt x="287063" y="1961515"/>
                    <a:pt x="294175" y="1968627"/>
                    <a:pt x="294175" y="1977390"/>
                  </a:cubicBezTo>
                  <a:lnTo>
                    <a:pt x="294175" y="2040890"/>
                  </a:lnTo>
                  <a:cubicBezTo>
                    <a:pt x="294175" y="2049653"/>
                    <a:pt x="287063" y="2056765"/>
                    <a:pt x="278300" y="2056765"/>
                  </a:cubicBezTo>
                  <a:cubicBezTo>
                    <a:pt x="269537" y="2056765"/>
                    <a:pt x="262425" y="2049653"/>
                    <a:pt x="262425" y="2040890"/>
                  </a:cubicBezTo>
                  <a:close/>
                  <a:moveTo>
                    <a:pt x="262425" y="1913890"/>
                  </a:moveTo>
                  <a:lnTo>
                    <a:pt x="262425" y="1850390"/>
                  </a:lnTo>
                  <a:cubicBezTo>
                    <a:pt x="262425" y="1841627"/>
                    <a:pt x="269537" y="1834515"/>
                    <a:pt x="278300" y="1834515"/>
                  </a:cubicBezTo>
                  <a:cubicBezTo>
                    <a:pt x="287063" y="1834515"/>
                    <a:pt x="294175" y="1841627"/>
                    <a:pt x="294175" y="1850390"/>
                  </a:cubicBezTo>
                  <a:lnTo>
                    <a:pt x="294175" y="1913890"/>
                  </a:lnTo>
                  <a:cubicBezTo>
                    <a:pt x="294175" y="1922653"/>
                    <a:pt x="287063" y="1929765"/>
                    <a:pt x="278300" y="1929765"/>
                  </a:cubicBezTo>
                  <a:cubicBezTo>
                    <a:pt x="269537" y="1929765"/>
                    <a:pt x="262425" y="1922653"/>
                    <a:pt x="262425" y="1913890"/>
                  </a:cubicBezTo>
                  <a:close/>
                  <a:moveTo>
                    <a:pt x="262425" y="1786890"/>
                  </a:moveTo>
                  <a:lnTo>
                    <a:pt x="262425" y="1723390"/>
                  </a:lnTo>
                  <a:cubicBezTo>
                    <a:pt x="262425" y="1714627"/>
                    <a:pt x="269537" y="1707515"/>
                    <a:pt x="278300" y="1707515"/>
                  </a:cubicBezTo>
                  <a:cubicBezTo>
                    <a:pt x="287063" y="1707515"/>
                    <a:pt x="294175" y="1714627"/>
                    <a:pt x="294175" y="1723390"/>
                  </a:cubicBezTo>
                  <a:lnTo>
                    <a:pt x="294175" y="1786890"/>
                  </a:lnTo>
                  <a:cubicBezTo>
                    <a:pt x="294175" y="1795653"/>
                    <a:pt x="287063" y="1802765"/>
                    <a:pt x="278300" y="1802765"/>
                  </a:cubicBezTo>
                  <a:cubicBezTo>
                    <a:pt x="269537" y="1802765"/>
                    <a:pt x="262425" y="1795653"/>
                    <a:pt x="262425" y="1786890"/>
                  </a:cubicBezTo>
                  <a:close/>
                  <a:moveTo>
                    <a:pt x="262425" y="1659890"/>
                  </a:moveTo>
                  <a:lnTo>
                    <a:pt x="262425" y="1596390"/>
                  </a:lnTo>
                  <a:cubicBezTo>
                    <a:pt x="262425" y="1587627"/>
                    <a:pt x="269537" y="1580515"/>
                    <a:pt x="278300" y="1580515"/>
                  </a:cubicBezTo>
                  <a:cubicBezTo>
                    <a:pt x="287063" y="1580515"/>
                    <a:pt x="294175" y="1587627"/>
                    <a:pt x="294175" y="1596390"/>
                  </a:cubicBezTo>
                  <a:lnTo>
                    <a:pt x="294175" y="1659890"/>
                  </a:lnTo>
                  <a:cubicBezTo>
                    <a:pt x="294175" y="1668653"/>
                    <a:pt x="287063" y="1675765"/>
                    <a:pt x="278300" y="1675765"/>
                  </a:cubicBezTo>
                  <a:cubicBezTo>
                    <a:pt x="269537" y="1675765"/>
                    <a:pt x="262425" y="1668653"/>
                    <a:pt x="262425" y="1659890"/>
                  </a:cubicBezTo>
                  <a:close/>
                  <a:moveTo>
                    <a:pt x="262425" y="1532890"/>
                  </a:moveTo>
                  <a:lnTo>
                    <a:pt x="262425" y="1469390"/>
                  </a:lnTo>
                  <a:cubicBezTo>
                    <a:pt x="262425" y="1460627"/>
                    <a:pt x="269537" y="1453515"/>
                    <a:pt x="278300" y="1453515"/>
                  </a:cubicBezTo>
                  <a:cubicBezTo>
                    <a:pt x="287063" y="1453515"/>
                    <a:pt x="294175" y="1460627"/>
                    <a:pt x="294175" y="1469390"/>
                  </a:cubicBezTo>
                  <a:lnTo>
                    <a:pt x="294175" y="1532890"/>
                  </a:lnTo>
                  <a:cubicBezTo>
                    <a:pt x="294175" y="1541653"/>
                    <a:pt x="287063" y="1548765"/>
                    <a:pt x="278300" y="1548765"/>
                  </a:cubicBezTo>
                  <a:cubicBezTo>
                    <a:pt x="269537" y="1548765"/>
                    <a:pt x="262425" y="1541653"/>
                    <a:pt x="262425" y="1532890"/>
                  </a:cubicBezTo>
                  <a:close/>
                  <a:moveTo>
                    <a:pt x="262425" y="1405890"/>
                  </a:moveTo>
                  <a:lnTo>
                    <a:pt x="262425" y="1342390"/>
                  </a:lnTo>
                  <a:cubicBezTo>
                    <a:pt x="262425" y="1333627"/>
                    <a:pt x="269537" y="1326515"/>
                    <a:pt x="278300" y="1326515"/>
                  </a:cubicBezTo>
                  <a:cubicBezTo>
                    <a:pt x="287063" y="1326515"/>
                    <a:pt x="294175" y="1333627"/>
                    <a:pt x="294175" y="1342390"/>
                  </a:cubicBezTo>
                  <a:lnTo>
                    <a:pt x="294175" y="1405890"/>
                  </a:lnTo>
                  <a:cubicBezTo>
                    <a:pt x="294175" y="1414653"/>
                    <a:pt x="287063" y="1421765"/>
                    <a:pt x="278300" y="1421765"/>
                  </a:cubicBezTo>
                  <a:cubicBezTo>
                    <a:pt x="269537" y="1421765"/>
                    <a:pt x="262425" y="1414653"/>
                    <a:pt x="262425" y="1405890"/>
                  </a:cubicBezTo>
                  <a:close/>
                  <a:moveTo>
                    <a:pt x="262425" y="1278890"/>
                  </a:moveTo>
                  <a:lnTo>
                    <a:pt x="262425" y="1215390"/>
                  </a:lnTo>
                  <a:cubicBezTo>
                    <a:pt x="262425" y="1206627"/>
                    <a:pt x="269537" y="1199515"/>
                    <a:pt x="278300" y="1199515"/>
                  </a:cubicBezTo>
                  <a:cubicBezTo>
                    <a:pt x="287063" y="1199515"/>
                    <a:pt x="294175" y="1206627"/>
                    <a:pt x="294175" y="1215390"/>
                  </a:cubicBezTo>
                  <a:lnTo>
                    <a:pt x="294175" y="1278890"/>
                  </a:lnTo>
                  <a:cubicBezTo>
                    <a:pt x="294175" y="1287653"/>
                    <a:pt x="287063" y="1294765"/>
                    <a:pt x="278300" y="1294765"/>
                  </a:cubicBezTo>
                  <a:cubicBezTo>
                    <a:pt x="269537" y="1294765"/>
                    <a:pt x="262425" y="1287653"/>
                    <a:pt x="262425" y="1278890"/>
                  </a:cubicBezTo>
                  <a:close/>
                  <a:moveTo>
                    <a:pt x="262425" y="1151890"/>
                  </a:moveTo>
                  <a:lnTo>
                    <a:pt x="262425" y="1088390"/>
                  </a:lnTo>
                  <a:cubicBezTo>
                    <a:pt x="262425" y="1079627"/>
                    <a:pt x="269537" y="1072515"/>
                    <a:pt x="278300" y="1072515"/>
                  </a:cubicBezTo>
                  <a:cubicBezTo>
                    <a:pt x="287063" y="1072515"/>
                    <a:pt x="294175" y="1079627"/>
                    <a:pt x="294175" y="1088390"/>
                  </a:cubicBezTo>
                  <a:lnTo>
                    <a:pt x="294175" y="1151890"/>
                  </a:lnTo>
                  <a:cubicBezTo>
                    <a:pt x="294175" y="1160653"/>
                    <a:pt x="287063" y="1167765"/>
                    <a:pt x="278300" y="1167765"/>
                  </a:cubicBezTo>
                  <a:cubicBezTo>
                    <a:pt x="269537" y="1167765"/>
                    <a:pt x="262425" y="1160653"/>
                    <a:pt x="262425" y="1151890"/>
                  </a:cubicBezTo>
                  <a:close/>
                  <a:moveTo>
                    <a:pt x="262425" y="1024890"/>
                  </a:moveTo>
                  <a:lnTo>
                    <a:pt x="262425" y="961390"/>
                  </a:lnTo>
                  <a:cubicBezTo>
                    <a:pt x="262425" y="952627"/>
                    <a:pt x="269537" y="945515"/>
                    <a:pt x="278300" y="945515"/>
                  </a:cubicBezTo>
                  <a:cubicBezTo>
                    <a:pt x="287063" y="945515"/>
                    <a:pt x="294175" y="952627"/>
                    <a:pt x="294175" y="961390"/>
                  </a:cubicBezTo>
                  <a:lnTo>
                    <a:pt x="294175" y="1024890"/>
                  </a:lnTo>
                  <a:cubicBezTo>
                    <a:pt x="294175" y="1033653"/>
                    <a:pt x="287063" y="1040765"/>
                    <a:pt x="278300" y="1040765"/>
                  </a:cubicBezTo>
                  <a:cubicBezTo>
                    <a:pt x="269537" y="1040765"/>
                    <a:pt x="262425" y="1033653"/>
                    <a:pt x="262425" y="1024890"/>
                  </a:cubicBezTo>
                  <a:close/>
                  <a:moveTo>
                    <a:pt x="262425" y="897890"/>
                  </a:moveTo>
                  <a:lnTo>
                    <a:pt x="262425" y="834390"/>
                  </a:lnTo>
                  <a:cubicBezTo>
                    <a:pt x="262425" y="825627"/>
                    <a:pt x="269537" y="818515"/>
                    <a:pt x="278300" y="818515"/>
                  </a:cubicBezTo>
                  <a:cubicBezTo>
                    <a:pt x="287063" y="818515"/>
                    <a:pt x="294175" y="825627"/>
                    <a:pt x="294175" y="834390"/>
                  </a:cubicBezTo>
                  <a:lnTo>
                    <a:pt x="294175" y="897890"/>
                  </a:lnTo>
                  <a:cubicBezTo>
                    <a:pt x="294175" y="906653"/>
                    <a:pt x="287063" y="913765"/>
                    <a:pt x="278300" y="913765"/>
                  </a:cubicBezTo>
                  <a:cubicBezTo>
                    <a:pt x="269537" y="913765"/>
                    <a:pt x="262425" y="906653"/>
                    <a:pt x="262425" y="897890"/>
                  </a:cubicBezTo>
                  <a:close/>
                  <a:moveTo>
                    <a:pt x="262425" y="770890"/>
                  </a:moveTo>
                  <a:lnTo>
                    <a:pt x="262425" y="709168"/>
                  </a:lnTo>
                  <a:lnTo>
                    <a:pt x="278300" y="709168"/>
                  </a:lnTo>
                  <a:lnTo>
                    <a:pt x="262425" y="709168"/>
                  </a:lnTo>
                  <a:cubicBezTo>
                    <a:pt x="262425" y="708660"/>
                    <a:pt x="262425" y="708025"/>
                    <a:pt x="262425" y="707517"/>
                  </a:cubicBezTo>
                  <a:cubicBezTo>
                    <a:pt x="262298" y="698754"/>
                    <a:pt x="269410" y="691515"/>
                    <a:pt x="278173" y="691515"/>
                  </a:cubicBezTo>
                  <a:cubicBezTo>
                    <a:pt x="286936" y="691515"/>
                    <a:pt x="294175" y="698500"/>
                    <a:pt x="294175" y="707263"/>
                  </a:cubicBezTo>
                  <a:cubicBezTo>
                    <a:pt x="294175" y="707898"/>
                    <a:pt x="294175" y="708533"/>
                    <a:pt x="294175" y="709168"/>
                  </a:cubicBezTo>
                  <a:lnTo>
                    <a:pt x="294175" y="770890"/>
                  </a:lnTo>
                  <a:cubicBezTo>
                    <a:pt x="294175" y="779653"/>
                    <a:pt x="287063" y="786765"/>
                    <a:pt x="278300" y="786765"/>
                  </a:cubicBezTo>
                  <a:cubicBezTo>
                    <a:pt x="269537" y="786765"/>
                    <a:pt x="262425" y="779653"/>
                    <a:pt x="262425" y="770890"/>
                  </a:cubicBezTo>
                  <a:close/>
                  <a:moveTo>
                    <a:pt x="252138" y="650621"/>
                  </a:moveTo>
                  <a:cubicBezTo>
                    <a:pt x="245661" y="632587"/>
                    <a:pt x="236136" y="615442"/>
                    <a:pt x="223944" y="599440"/>
                  </a:cubicBezTo>
                  <a:cubicBezTo>
                    <a:pt x="218610" y="592455"/>
                    <a:pt x="220007" y="582549"/>
                    <a:pt x="226992" y="577215"/>
                  </a:cubicBezTo>
                  <a:cubicBezTo>
                    <a:pt x="233977" y="571881"/>
                    <a:pt x="243883" y="573278"/>
                    <a:pt x="249217" y="580263"/>
                  </a:cubicBezTo>
                  <a:cubicBezTo>
                    <a:pt x="263187" y="598551"/>
                    <a:pt x="274236" y="618617"/>
                    <a:pt x="281983" y="639826"/>
                  </a:cubicBezTo>
                  <a:cubicBezTo>
                    <a:pt x="284904" y="648081"/>
                    <a:pt x="280713" y="657225"/>
                    <a:pt x="272458" y="660146"/>
                  </a:cubicBezTo>
                  <a:cubicBezTo>
                    <a:pt x="264203" y="663067"/>
                    <a:pt x="255059" y="658876"/>
                    <a:pt x="252138" y="650621"/>
                  </a:cubicBezTo>
                  <a:close/>
                  <a:moveTo>
                    <a:pt x="182161" y="557276"/>
                  </a:moveTo>
                  <a:cubicBezTo>
                    <a:pt x="166921" y="545338"/>
                    <a:pt x="149903" y="534670"/>
                    <a:pt x="131234" y="525780"/>
                  </a:cubicBezTo>
                  <a:cubicBezTo>
                    <a:pt x="123360" y="521970"/>
                    <a:pt x="120058" y="512445"/>
                    <a:pt x="123868" y="504571"/>
                  </a:cubicBezTo>
                  <a:cubicBezTo>
                    <a:pt x="127678" y="496697"/>
                    <a:pt x="137203" y="493395"/>
                    <a:pt x="145077" y="497205"/>
                  </a:cubicBezTo>
                  <a:cubicBezTo>
                    <a:pt x="165651" y="507111"/>
                    <a:pt x="184701" y="518922"/>
                    <a:pt x="201846" y="532384"/>
                  </a:cubicBezTo>
                  <a:cubicBezTo>
                    <a:pt x="208704" y="537845"/>
                    <a:pt x="209974" y="547751"/>
                    <a:pt x="204513" y="554736"/>
                  </a:cubicBezTo>
                  <a:cubicBezTo>
                    <a:pt x="199052" y="561721"/>
                    <a:pt x="189146" y="562864"/>
                    <a:pt x="182161" y="557403"/>
                  </a:cubicBezTo>
                  <a:close/>
                  <a:moveTo>
                    <a:pt x="74719" y="505079"/>
                  </a:moveTo>
                  <a:cubicBezTo>
                    <a:pt x="55542" y="499999"/>
                    <a:pt x="35476" y="496570"/>
                    <a:pt x="14648" y="495046"/>
                  </a:cubicBezTo>
                  <a:cubicBezTo>
                    <a:pt x="5885" y="494411"/>
                    <a:pt x="-592" y="486791"/>
                    <a:pt x="43" y="478028"/>
                  </a:cubicBezTo>
                  <a:cubicBezTo>
                    <a:pt x="678" y="469265"/>
                    <a:pt x="8298" y="462788"/>
                    <a:pt x="17061" y="463423"/>
                  </a:cubicBezTo>
                  <a:cubicBezTo>
                    <a:pt x="39794" y="465201"/>
                    <a:pt x="61765" y="468884"/>
                    <a:pt x="82720" y="474472"/>
                  </a:cubicBezTo>
                  <a:cubicBezTo>
                    <a:pt x="91229" y="476758"/>
                    <a:pt x="96309" y="485394"/>
                    <a:pt x="94023" y="493903"/>
                  </a:cubicBezTo>
                  <a:cubicBezTo>
                    <a:pt x="91737" y="502412"/>
                    <a:pt x="83101" y="507492"/>
                    <a:pt x="74592" y="505206"/>
                  </a:cubicBezTo>
                  <a:close/>
                  <a:moveTo>
                    <a:pt x="20744" y="460756"/>
                  </a:moveTo>
                  <a:cubicBezTo>
                    <a:pt x="41445" y="458724"/>
                    <a:pt x="61511" y="455041"/>
                    <a:pt x="80434" y="449580"/>
                  </a:cubicBezTo>
                  <a:cubicBezTo>
                    <a:pt x="88816" y="447167"/>
                    <a:pt x="97706" y="452120"/>
                    <a:pt x="99992" y="460502"/>
                  </a:cubicBezTo>
                  <a:cubicBezTo>
                    <a:pt x="102278" y="468884"/>
                    <a:pt x="97452" y="477774"/>
                    <a:pt x="89070" y="480060"/>
                  </a:cubicBezTo>
                  <a:cubicBezTo>
                    <a:pt x="68242" y="485902"/>
                    <a:pt x="46271" y="490093"/>
                    <a:pt x="23665" y="492252"/>
                  </a:cubicBezTo>
                  <a:cubicBezTo>
                    <a:pt x="14902" y="493141"/>
                    <a:pt x="7155" y="486664"/>
                    <a:pt x="6393" y="477901"/>
                  </a:cubicBezTo>
                  <a:cubicBezTo>
                    <a:pt x="5631" y="469138"/>
                    <a:pt x="11981" y="461391"/>
                    <a:pt x="20744" y="460629"/>
                  </a:cubicBezTo>
                  <a:close/>
                  <a:moveTo>
                    <a:pt x="136695" y="427609"/>
                  </a:moveTo>
                  <a:cubicBezTo>
                    <a:pt x="155110" y="418211"/>
                    <a:pt x="171874" y="407289"/>
                    <a:pt x="186860" y="394970"/>
                  </a:cubicBezTo>
                  <a:cubicBezTo>
                    <a:pt x="193591" y="389382"/>
                    <a:pt x="203624" y="390398"/>
                    <a:pt x="209212" y="397129"/>
                  </a:cubicBezTo>
                  <a:cubicBezTo>
                    <a:pt x="214800" y="403860"/>
                    <a:pt x="213784" y="413893"/>
                    <a:pt x="207053" y="419481"/>
                  </a:cubicBezTo>
                  <a:cubicBezTo>
                    <a:pt x="190289" y="433324"/>
                    <a:pt x="171493" y="445643"/>
                    <a:pt x="151046" y="455930"/>
                  </a:cubicBezTo>
                  <a:cubicBezTo>
                    <a:pt x="143172" y="459867"/>
                    <a:pt x="133647" y="456819"/>
                    <a:pt x="129710" y="448945"/>
                  </a:cubicBezTo>
                  <a:cubicBezTo>
                    <a:pt x="125773" y="441071"/>
                    <a:pt x="128821" y="431546"/>
                    <a:pt x="136695" y="427609"/>
                  </a:cubicBezTo>
                  <a:close/>
                  <a:moveTo>
                    <a:pt x="227500" y="351790"/>
                  </a:moveTo>
                  <a:cubicBezTo>
                    <a:pt x="239184" y="335534"/>
                    <a:pt x="248074" y="318135"/>
                    <a:pt x="254043" y="299847"/>
                  </a:cubicBezTo>
                  <a:cubicBezTo>
                    <a:pt x="256710" y="291465"/>
                    <a:pt x="265727" y="286893"/>
                    <a:pt x="273982" y="289687"/>
                  </a:cubicBezTo>
                  <a:cubicBezTo>
                    <a:pt x="282237" y="292481"/>
                    <a:pt x="286936" y="301371"/>
                    <a:pt x="284142" y="309626"/>
                  </a:cubicBezTo>
                  <a:cubicBezTo>
                    <a:pt x="277157" y="331216"/>
                    <a:pt x="266616" y="351536"/>
                    <a:pt x="253281" y="370332"/>
                  </a:cubicBezTo>
                  <a:cubicBezTo>
                    <a:pt x="248201" y="377444"/>
                    <a:pt x="238295" y="379095"/>
                    <a:pt x="231183" y="374015"/>
                  </a:cubicBezTo>
                  <a:cubicBezTo>
                    <a:pt x="224071" y="368935"/>
                    <a:pt x="222420" y="359029"/>
                    <a:pt x="227500" y="351917"/>
                  </a:cubicBezTo>
                  <a:close/>
                  <a:moveTo>
                    <a:pt x="262425" y="241808"/>
                  </a:moveTo>
                  <a:cubicBezTo>
                    <a:pt x="263060" y="218440"/>
                    <a:pt x="267632" y="195961"/>
                    <a:pt x="275760" y="174625"/>
                  </a:cubicBezTo>
                  <a:cubicBezTo>
                    <a:pt x="278808" y="166370"/>
                    <a:pt x="288079" y="162306"/>
                    <a:pt x="296207" y="165354"/>
                  </a:cubicBezTo>
                  <a:cubicBezTo>
                    <a:pt x="304335" y="168402"/>
                    <a:pt x="308526" y="177673"/>
                    <a:pt x="305478" y="185801"/>
                  </a:cubicBezTo>
                  <a:cubicBezTo>
                    <a:pt x="298620" y="203835"/>
                    <a:pt x="294810" y="222885"/>
                    <a:pt x="294302" y="242570"/>
                  </a:cubicBezTo>
                  <a:cubicBezTo>
                    <a:pt x="294048" y="251333"/>
                    <a:pt x="286809" y="258318"/>
                    <a:pt x="278046" y="258064"/>
                  </a:cubicBezTo>
                  <a:cubicBezTo>
                    <a:pt x="269283" y="257810"/>
                    <a:pt x="262298" y="250571"/>
                    <a:pt x="262552" y="241808"/>
                  </a:cubicBezTo>
                  <a:close/>
                  <a:moveTo>
                    <a:pt x="309415" y="115570"/>
                  </a:moveTo>
                  <a:cubicBezTo>
                    <a:pt x="323004" y="98171"/>
                    <a:pt x="339133" y="82296"/>
                    <a:pt x="357421" y="68326"/>
                  </a:cubicBezTo>
                  <a:cubicBezTo>
                    <a:pt x="364406" y="62992"/>
                    <a:pt x="374312" y="64262"/>
                    <a:pt x="379646" y="71247"/>
                  </a:cubicBezTo>
                  <a:cubicBezTo>
                    <a:pt x="384980" y="78232"/>
                    <a:pt x="383710" y="88138"/>
                    <a:pt x="376725" y="93472"/>
                  </a:cubicBezTo>
                  <a:cubicBezTo>
                    <a:pt x="360469" y="105918"/>
                    <a:pt x="346245" y="119888"/>
                    <a:pt x="334434" y="135128"/>
                  </a:cubicBezTo>
                  <a:cubicBezTo>
                    <a:pt x="329100" y="141986"/>
                    <a:pt x="319067" y="143256"/>
                    <a:pt x="312209" y="137922"/>
                  </a:cubicBezTo>
                  <a:cubicBezTo>
                    <a:pt x="305351" y="132588"/>
                    <a:pt x="304081" y="122555"/>
                    <a:pt x="309415" y="115697"/>
                  </a:cubicBezTo>
                  <a:close/>
                  <a:moveTo>
                    <a:pt x="414444" y="33782"/>
                  </a:moveTo>
                  <a:cubicBezTo>
                    <a:pt x="433875" y="24384"/>
                    <a:pt x="454703" y="16891"/>
                    <a:pt x="476674" y="11430"/>
                  </a:cubicBezTo>
                  <a:cubicBezTo>
                    <a:pt x="485183" y="9271"/>
                    <a:pt x="493819" y="14478"/>
                    <a:pt x="495978" y="22860"/>
                  </a:cubicBezTo>
                  <a:cubicBezTo>
                    <a:pt x="498137" y="31242"/>
                    <a:pt x="492930" y="40005"/>
                    <a:pt x="484548" y="42164"/>
                  </a:cubicBezTo>
                  <a:cubicBezTo>
                    <a:pt x="464609" y="47244"/>
                    <a:pt x="445559" y="54102"/>
                    <a:pt x="427906" y="62357"/>
                  </a:cubicBezTo>
                  <a:cubicBezTo>
                    <a:pt x="420032" y="66040"/>
                    <a:pt x="410507" y="62738"/>
                    <a:pt x="406824" y="54737"/>
                  </a:cubicBezTo>
                  <a:cubicBezTo>
                    <a:pt x="403141" y="46736"/>
                    <a:pt x="406443" y="37338"/>
                    <a:pt x="414444" y="33655"/>
                  </a:cubicBezTo>
                  <a:close/>
                  <a:moveTo>
                    <a:pt x="542333" y="889"/>
                  </a:moveTo>
                  <a:cubicBezTo>
                    <a:pt x="551096" y="254"/>
                    <a:pt x="559986" y="0"/>
                    <a:pt x="569003" y="0"/>
                  </a:cubicBezTo>
                  <a:cubicBezTo>
                    <a:pt x="577766" y="0"/>
                    <a:pt x="584878" y="7112"/>
                    <a:pt x="584878" y="15875"/>
                  </a:cubicBezTo>
                  <a:cubicBezTo>
                    <a:pt x="584878" y="24638"/>
                    <a:pt x="577766" y="31750"/>
                    <a:pt x="569003" y="31750"/>
                  </a:cubicBezTo>
                  <a:cubicBezTo>
                    <a:pt x="560748" y="31750"/>
                    <a:pt x="552620" y="32004"/>
                    <a:pt x="544492" y="32639"/>
                  </a:cubicBezTo>
                  <a:cubicBezTo>
                    <a:pt x="535729" y="33274"/>
                    <a:pt x="528109" y="26670"/>
                    <a:pt x="527601" y="17907"/>
                  </a:cubicBezTo>
                  <a:cubicBezTo>
                    <a:pt x="527093" y="9144"/>
                    <a:pt x="533570" y="1524"/>
                    <a:pt x="542333" y="889"/>
                  </a:cubicBezTo>
                  <a:close/>
                  <a:moveTo>
                    <a:pt x="569003" y="5686552"/>
                  </a:moveTo>
                  <a:cubicBezTo>
                    <a:pt x="546397" y="5686552"/>
                    <a:pt x="524299" y="5684520"/>
                    <a:pt x="502963" y="5680837"/>
                  </a:cubicBezTo>
                  <a:cubicBezTo>
                    <a:pt x="494327" y="5679313"/>
                    <a:pt x="488612" y="5671058"/>
                    <a:pt x="490136" y="5662422"/>
                  </a:cubicBezTo>
                  <a:cubicBezTo>
                    <a:pt x="491660" y="5653786"/>
                    <a:pt x="499915" y="5648071"/>
                    <a:pt x="508551" y="5649595"/>
                  </a:cubicBezTo>
                  <a:cubicBezTo>
                    <a:pt x="527982" y="5653024"/>
                    <a:pt x="548302" y="5654802"/>
                    <a:pt x="569130" y="5654802"/>
                  </a:cubicBezTo>
                  <a:cubicBezTo>
                    <a:pt x="577893" y="5654802"/>
                    <a:pt x="585005" y="5661914"/>
                    <a:pt x="585005" y="5670677"/>
                  </a:cubicBezTo>
                  <a:cubicBezTo>
                    <a:pt x="585005" y="5679440"/>
                    <a:pt x="577893" y="5686552"/>
                    <a:pt x="569130" y="5686552"/>
                  </a:cubicBezTo>
                  <a:close/>
                </a:path>
              </a:pathLst>
            </a:custGeom>
            <a:solidFill>
              <a:srgbClr val="BFBFBF">
                <a:alpha val="75686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57250" y="4352925"/>
            <a:ext cx="2425141" cy="118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</a:p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수행 경과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248150" y="4086225"/>
            <a:ext cx="13353983" cy="1009650"/>
            <a:chOff x="0" y="0"/>
            <a:chExt cx="17805311" cy="1346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805400" cy="1346200"/>
            </a:xfrm>
            <a:custGeom>
              <a:avLst/>
              <a:gdLst/>
              <a:ahLst/>
              <a:cxnLst/>
              <a:rect l="l" t="t" r="r" b="b"/>
              <a:pathLst>
                <a:path w="17805400" h="1346200">
                  <a:moveTo>
                    <a:pt x="0" y="224409"/>
                  </a:moveTo>
                  <a:cubicBezTo>
                    <a:pt x="0" y="100457"/>
                    <a:pt x="100457" y="0"/>
                    <a:pt x="224409" y="0"/>
                  </a:cubicBezTo>
                  <a:lnTo>
                    <a:pt x="17580990" y="0"/>
                  </a:lnTo>
                  <a:cubicBezTo>
                    <a:pt x="17704943" y="0"/>
                    <a:pt x="17805400" y="100457"/>
                    <a:pt x="17805400" y="224409"/>
                  </a:cubicBezTo>
                  <a:lnTo>
                    <a:pt x="17805400" y="1121791"/>
                  </a:lnTo>
                  <a:cubicBezTo>
                    <a:pt x="17805400" y="1245743"/>
                    <a:pt x="17704943" y="1346200"/>
                    <a:pt x="17580990" y="1346200"/>
                  </a:cubicBezTo>
                  <a:lnTo>
                    <a:pt x="224409" y="1346200"/>
                  </a:lnTo>
                  <a:cubicBezTo>
                    <a:pt x="100457" y="1346200"/>
                    <a:pt x="0" y="1245743"/>
                    <a:pt x="0" y="1121791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3952875" y="4305300"/>
            <a:ext cx="621163" cy="536696"/>
            <a:chOff x="0" y="0"/>
            <a:chExt cx="828218" cy="715594"/>
          </a:xfrm>
        </p:grpSpPr>
        <p:sp>
          <p:nvSpPr>
            <p:cNvPr id="30" name="Freeform 30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3378C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32" name="Group 32"/>
          <p:cNvGrpSpPr/>
          <p:nvPr/>
        </p:nvGrpSpPr>
        <p:grpSpPr>
          <a:xfrm rot="4666740">
            <a:off x="4054360" y="4340332"/>
            <a:ext cx="459610" cy="480936"/>
            <a:chOff x="0" y="0"/>
            <a:chExt cx="612813" cy="6412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69000">
                  <a:srgbClr val="2069C2">
                    <a:alpha val="14000"/>
                  </a:srgbClr>
                </a:gs>
              </a:gsLst>
              <a:lin ang="10333250"/>
            </a:gradFill>
          </p:spPr>
        </p:sp>
      </p:grpSp>
      <p:sp>
        <p:nvSpPr>
          <p:cNvPr id="34" name="TextBox 34"/>
          <p:cNvSpPr txBox="1"/>
          <p:nvPr/>
        </p:nvSpPr>
        <p:spPr>
          <a:xfrm>
            <a:off x="4076700" y="4400550"/>
            <a:ext cx="383515" cy="37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62525" y="4400550"/>
            <a:ext cx="12717132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프로젝트 수행 과정이 잘 드러날 수 있도록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가공 과정부터 활용까지 전체적인 프로세스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를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단계별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로 작성</a:t>
            </a:r>
          </a:p>
        </p:txBody>
      </p:sp>
      <p:sp>
        <p:nvSpPr>
          <p:cNvPr id="36" name="Freeform 36"/>
          <p:cNvSpPr/>
          <p:nvPr/>
        </p:nvSpPr>
        <p:spPr>
          <a:xfrm rot="5400000">
            <a:off x="-714756" y="3700196"/>
            <a:ext cx="2158051" cy="728548"/>
          </a:xfrm>
          <a:custGeom>
            <a:avLst/>
            <a:gdLst/>
            <a:ahLst/>
            <a:cxnLst/>
            <a:rect l="l" t="t" r="r" b="b"/>
            <a:pathLst>
              <a:path w="2158051" h="728548">
                <a:moveTo>
                  <a:pt x="0" y="0"/>
                </a:moveTo>
                <a:lnTo>
                  <a:pt x="2158051" y="0"/>
                </a:lnTo>
                <a:lnTo>
                  <a:pt x="2158051" y="728548"/>
                </a:lnTo>
                <a:lnTo>
                  <a:pt x="0" y="7285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b="-22661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897161" y="7434920"/>
            <a:ext cx="165002" cy="165002"/>
          </a:xfrm>
          <a:custGeom>
            <a:avLst/>
            <a:gdLst/>
            <a:ahLst/>
            <a:cxnLst/>
            <a:rect l="l" t="t" r="r" b="b"/>
            <a:pathLst>
              <a:path w="165002" h="165002">
                <a:moveTo>
                  <a:pt x="0" y="0"/>
                </a:moveTo>
                <a:lnTo>
                  <a:pt x="165001" y="0"/>
                </a:lnTo>
                <a:lnTo>
                  <a:pt x="165001" y="165001"/>
                </a:lnTo>
                <a:lnTo>
                  <a:pt x="0" y="1650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386553" y="6415764"/>
            <a:ext cx="213112" cy="213112"/>
          </a:xfrm>
          <a:custGeom>
            <a:avLst/>
            <a:gdLst/>
            <a:ahLst/>
            <a:cxnLst/>
            <a:rect l="l" t="t" r="r" b="b"/>
            <a:pathLst>
              <a:path w="213112" h="213112">
                <a:moveTo>
                  <a:pt x="0" y="0"/>
                </a:moveTo>
                <a:lnTo>
                  <a:pt x="213112" y="0"/>
                </a:lnTo>
                <a:lnTo>
                  <a:pt x="213112" y="213112"/>
                </a:lnTo>
                <a:lnTo>
                  <a:pt x="0" y="2131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3006404" y="8792528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41" name="Freeform 41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812" b="4"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5010150" y="5086350"/>
            <a:ext cx="11496199" cy="367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1단계 (수집 및 정제): 채용 공고와 기업 리뷰 데이터를 수집 후 제목 필터링(886건 ➡️ 831건)으로 노이즈를 차단했으며, 6개 컬럼을 통합한 posting_text에서 키워드를 추출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2단계 (통합 및 ML 학습): 공고 점수와 리뷰 감성점수를 기업명 기준으로 병합하여 통합 점수(final_score)를 산출하고, Orange 머신러닝의 Feature와 Meta 변수를 분리하여 분류 모델을 학습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3단계 (개인화 서비스 활용): 사용자 스펙(NCS/임금 진단 데이터 매칭)과 성향 설문(Q1~Q3 가중치/패널티)을 실시간으로 반영하여 맞춤형 고품질 기업을 추천하는 5단계 서비스 파이프라인을 구축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27000"/>
              </a:blip>
              <a:stretch>
                <a:fillRect b="-27287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4472C4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결과물이 도출된 과정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을 세부적으로 작성한다.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2" name="Freeform 12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73068" y="3146384"/>
            <a:ext cx="16827398" cy="568366"/>
            <a:chOff x="0" y="0"/>
            <a:chExt cx="22436531" cy="7578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436581" cy="757936"/>
            </a:xfrm>
            <a:custGeom>
              <a:avLst/>
              <a:gdLst/>
              <a:ahLst/>
              <a:cxnLst/>
              <a:rect l="l" t="t" r="r" b="b"/>
              <a:pathLst>
                <a:path w="22436581" h="757936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22310217" y="0"/>
                  </a:lnTo>
                  <a:cubicBezTo>
                    <a:pt x="22379939" y="0"/>
                    <a:pt x="22436581" y="56515"/>
                    <a:pt x="22436581" y="126365"/>
                  </a:cubicBezTo>
                  <a:lnTo>
                    <a:pt x="22436581" y="631571"/>
                  </a:lnTo>
                  <a:cubicBezTo>
                    <a:pt x="22436581" y="701294"/>
                    <a:pt x="22380067" y="757936"/>
                    <a:pt x="22310217" y="757936"/>
                  </a:cubicBezTo>
                  <a:lnTo>
                    <a:pt x="126365" y="757936"/>
                  </a:lnTo>
                  <a:cubicBezTo>
                    <a:pt x="56515" y="757809"/>
                    <a:pt x="0" y="701294"/>
                    <a:pt x="0" y="631571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645644" y="3240386"/>
            <a:ext cx="16151704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이어지는 예시는 하나의 사례 제공을 위해서 간단하게 제시한 것이므로 </a:t>
            </a:r>
            <a:r>
              <a:rPr lang="en-US" sz="2100" b="1">
                <a:solidFill>
                  <a:srgbClr val="FFD85C"/>
                </a:solidFill>
                <a:latin typeface="Arimo Bold"/>
                <a:ea typeface="Arimo Bold"/>
                <a:cs typeface="Arimo Bold"/>
                <a:sym typeface="Arimo Bold"/>
              </a:rPr>
              <a:t>프로젝트 성격에 따라 보다 자세하게 작성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3836" y="3238671"/>
            <a:ext cx="350377" cy="350377"/>
            <a:chOff x="0" y="0"/>
            <a:chExt cx="467169" cy="4671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7106" cy="467106"/>
            </a:xfrm>
            <a:custGeom>
              <a:avLst/>
              <a:gdLst/>
              <a:ahLst/>
              <a:cxnLst/>
              <a:rect l="l" t="t" r="r" b="b"/>
              <a:pathLst>
                <a:path w="467106" h="467106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cubicBezTo>
                    <a:pt x="362585" y="0"/>
                    <a:pt x="467106" y="104521"/>
                    <a:pt x="467106" y="233553"/>
                  </a:cubicBezTo>
                  <a:cubicBezTo>
                    <a:pt x="467106" y="362585"/>
                    <a:pt x="362585" y="467106"/>
                    <a:pt x="233553" y="467106"/>
                  </a:cubicBezTo>
                  <a:cubicBezTo>
                    <a:pt x="104521" y="467106"/>
                    <a:pt x="0" y="362585"/>
                    <a:pt x="0" y="2335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99172" y="3236347"/>
            <a:ext cx="167164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!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343275" y="4514850"/>
            <a:ext cx="459962" cy="4264924"/>
            <a:chOff x="0" y="0"/>
            <a:chExt cx="613283" cy="5686565"/>
          </a:xfrm>
        </p:grpSpPr>
        <p:sp>
          <p:nvSpPr>
            <p:cNvPr id="24" name="Freeform 24"/>
            <p:cNvSpPr/>
            <p:nvPr/>
          </p:nvSpPr>
          <p:spPr>
            <a:xfrm>
              <a:off x="28405" y="0"/>
              <a:ext cx="585005" cy="5686552"/>
            </a:xfrm>
            <a:custGeom>
              <a:avLst/>
              <a:gdLst/>
              <a:ahLst/>
              <a:cxnLst/>
              <a:rect l="l" t="t" r="r" b="b"/>
              <a:pathLst>
                <a:path w="585005" h="5686552">
                  <a:moveTo>
                    <a:pt x="438955" y="5663438"/>
                  </a:moveTo>
                  <a:cubicBezTo>
                    <a:pt x="417619" y="5655437"/>
                    <a:pt x="397680" y="5645404"/>
                    <a:pt x="379265" y="5633847"/>
                  </a:cubicBezTo>
                  <a:cubicBezTo>
                    <a:pt x="371899" y="5629148"/>
                    <a:pt x="369613" y="5619369"/>
                    <a:pt x="374312" y="5611876"/>
                  </a:cubicBezTo>
                  <a:cubicBezTo>
                    <a:pt x="379011" y="5604383"/>
                    <a:pt x="388790" y="5602224"/>
                    <a:pt x="396283" y="5606923"/>
                  </a:cubicBezTo>
                  <a:cubicBezTo>
                    <a:pt x="412793" y="5617337"/>
                    <a:pt x="430827" y="5626354"/>
                    <a:pt x="450131" y="5633593"/>
                  </a:cubicBezTo>
                  <a:cubicBezTo>
                    <a:pt x="458386" y="5636641"/>
                    <a:pt x="462450" y="5645785"/>
                    <a:pt x="459402" y="5654040"/>
                  </a:cubicBezTo>
                  <a:cubicBezTo>
                    <a:pt x="456354" y="5662295"/>
                    <a:pt x="447210" y="5666359"/>
                    <a:pt x="438955" y="5663311"/>
                  </a:cubicBezTo>
                  <a:close/>
                  <a:moveTo>
                    <a:pt x="327195" y="5591556"/>
                  </a:moveTo>
                  <a:cubicBezTo>
                    <a:pt x="311193" y="5575046"/>
                    <a:pt x="297604" y="5556758"/>
                    <a:pt x="287190" y="5536946"/>
                  </a:cubicBezTo>
                  <a:cubicBezTo>
                    <a:pt x="283126" y="5529199"/>
                    <a:pt x="286047" y="5519547"/>
                    <a:pt x="293794" y="5515483"/>
                  </a:cubicBezTo>
                  <a:cubicBezTo>
                    <a:pt x="301541" y="5511419"/>
                    <a:pt x="311193" y="5514340"/>
                    <a:pt x="315257" y="5522087"/>
                  </a:cubicBezTo>
                  <a:cubicBezTo>
                    <a:pt x="324274" y="5538978"/>
                    <a:pt x="335958" y="5554853"/>
                    <a:pt x="350055" y="5569458"/>
                  </a:cubicBezTo>
                  <a:cubicBezTo>
                    <a:pt x="356151" y="5575808"/>
                    <a:pt x="356024" y="5585841"/>
                    <a:pt x="349674" y="5591937"/>
                  </a:cubicBezTo>
                  <a:cubicBezTo>
                    <a:pt x="343324" y="5598033"/>
                    <a:pt x="333291" y="5597906"/>
                    <a:pt x="327195" y="5591556"/>
                  </a:cubicBezTo>
                  <a:close/>
                  <a:moveTo>
                    <a:pt x="265092" y="5472303"/>
                  </a:moveTo>
                  <a:cubicBezTo>
                    <a:pt x="263314" y="5461635"/>
                    <a:pt x="262425" y="5450713"/>
                    <a:pt x="262425" y="5439537"/>
                  </a:cubicBezTo>
                  <a:lnTo>
                    <a:pt x="278300" y="5439537"/>
                  </a:lnTo>
                  <a:lnTo>
                    <a:pt x="262425" y="5439537"/>
                  </a:lnTo>
                  <a:lnTo>
                    <a:pt x="262425" y="5406390"/>
                  </a:lnTo>
                  <a:cubicBezTo>
                    <a:pt x="262425" y="5397627"/>
                    <a:pt x="269537" y="5390515"/>
                    <a:pt x="278300" y="5390515"/>
                  </a:cubicBezTo>
                  <a:cubicBezTo>
                    <a:pt x="287063" y="5390515"/>
                    <a:pt x="294175" y="5397627"/>
                    <a:pt x="294175" y="5406390"/>
                  </a:cubicBezTo>
                  <a:lnTo>
                    <a:pt x="294175" y="5439664"/>
                  </a:lnTo>
                  <a:cubicBezTo>
                    <a:pt x="294175" y="5449062"/>
                    <a:pt x="294937" y="5458206"/>
                    <a:pt x="296461" y="5467223"/>
                  </a:cubicBezTo>
                  <a:cubicBezTo>
                    <a:pt x="297858" y="5475859"/>
                    <a:pt x="292016" y="5483987"/>
                    <a:pt x="283380" y="5485511"/>
                  </a:cubicBezTo>
                  <a:cubicBezTo>
                    <a:pt x="274744" y="5487035"/>
                    <a:pt x="266616" y="5481066"/>
                    <a:pt x="265092" y="5472430"/>
                  </a:cubicBezTo>
                  <a:close/>
                  <a:moveTo>
                    <a:pt x="262425" y="5342890"/>
                  </a:moveTo>
                  <a:lnTo>
                    <a:pt x="262425" y="5279390"/>
                  </a:lnTo>
                  <a:cubicBezTo>
                    <a:pt x="262425" y="5270627"/>
                    <a:pt x="269537" y="5263515"/>
                    <a:pt x="278300" y="5263515"/>
                  </a:cubicBezTo>
                  <a:cubicBezTo>
                    <a:pt x="287063" y="5263515"/>
                    <a:pt x="294175" y="5270627"/>
                    <a:pt x="294175" y="5279390"/>
                  </a:cubicBezTo>
                  <a:lnTo>
                    <a:pt x="294175" y="5342890"/>
                  </a:lnTo>
                  <a:cubicBezTo>
                    <a:pt x="294175" y="5351653"/>
                    <a:pt x="287063" y="5358765"/>
                    <a:pt x="278300" y="5358765"/>
                  </a:cubicBezTo>
                  <a:cubicBezTo>
                    <a:pt x="269537" y="5358765"/>
                    <a:pt x="262425" y="5351653"/>
                    <a:pt x="262425" y="5342890"/>
                  </a:cubicBezTo>
                  <a:close/>
                  <a:moveTo>
                    <a:pt x="262425" y="5215890"/>
                  </a:moveTo>
                  <a:lnTo>
                    <a:pt x="262425" y="5152390"/>
                  </a:lnTo>
                  <a:cubicBezTo>
                    <a:pt x="262425" y="5143627"/>
                    <a:pt x="269537" y="5136515"/>
                    <a:pt x="278300" y="5136515"/>
                  </a:cubicBezTo>
                  <a:cubicBezTo>
                    <a:pt x="287063" y="5136515"/>
                    <a:pt x="294175" y="5143627"/>
                    <a:pt x="294175" y="5152390"/>
                  </a:cubicBezTo>
                  <a:lnTo>
                    <a:pt x="294175" y="5215890"/>
                  </a:lnTo>
                  <a:cubicBezTo>
                    <a:pt x="294175" y="5224653"/>
                    <a:pt x="287063" y="5231765"/>
                    <a:pt x="278300" y="5231765"/>
                  </a:cubicBezTo>
                  <a:cubicBezTo>
                    <a:pt x="269537" y="5231765"/>
                    <a:pt x="262425" y="5224653"/>
                    <a:pt x="262425" y="5215890"/>
                  </a:cubicBezTo>
                  <a:close/>
                  <a:moveTo>
                    <a:pt x="262425" y="5088890"/>
                  </a:moveTo>
                  <a:lnTo>
                    <a:pt x="262425" y="5025390"/>
                  </a:lnTo>
                  <a:cubicBezTo>
                    <a:pt x="262425" y="5016627"/>
                    <a:pt x="269537" y="5009515"/>
                    <a:pt x="278300" y="5009515"/>
                  </a:cubicBezTo>
                  <a:cubicBezTo>
                    <a:pt x="287063" y="5009515"/>
                    <a:pt x="294175" y="5016627"/>
                    <a:pt x="294175" y="5025390"/>
                  </a:cubicBezTo>
                  <a:lnTo>
                    <a:pt x="294175" y="5088890"/>
                  </a:lnTo>
                  <a:cubicBezTo>
                    <a:pt x="294175" y="5097653"/>
                    <a:pt x="287063" y="5104765"/>
                    <a:pt x="278300" y="5104765"/>
                  </a:cubicBezTo>
                  <a:cubicBezTo>
                    <a:pt x="269537" y="5104765"/>
                    <a:pt x="262425" y="5097653"/>
                    <a:pt x="262425" y="5088890"/>
                  </a:cubicBezTo>
                  <a:close/>
                  <a:moveTo>
                    <a:pt x="262425" y="4961890"/>
                  </a:moveTo>
                  <a:lnTo>
                    <a:pt x="262425" y="4898390"/>
                  </a:lnTo>
                  <a:cubicBezTo>
                    <a:pt x="262425" y="4889627"/>
                    <a:pt x="269537" y="4882515"/>
                    <a:pt x="278300" y="4882515"/>
                  </a:cubicBezTo>
                  <a:cubicBezTo>
                    <a:pt x="287063" y="4882515"/>
                    <a:pt x="294175" y="4889627"/>
                    <a:pt x="294175" y="4898390"/>
                  </a:cubicBezTo>
                  <a:lnTo>
                    <a:pt x="294175" y="4961890"/>
                  </a:lnTo>
                  <a:cubicBezTo>
                    <a:pt x="294175" y="4970653"/>
                    <a:pt x="287063" y="4977765"/>
                    <a:pt x="278300" y="4977765"/>
                  </a:cubicBezTo>
                  <a:cubicBezTo>
                    <a:pt x="269537" y="4977765"/>
                    <a:pt x="262425" y="4970653"/>
                    <a:pt x="262425" y="4961890"/>
                  </a:cubicBezTo>
                  <a:close/>
                  <a:moveTo>
                    <a:pt x="262425" y="4834890"/>
                  </a:moveTo>
                  <a:lnTo>
                    <a:pt x="262425" y="4771390"/>
                  </a:lnTo>
                  <a:cubicBezTo>
                    <a:pt x="262425" y="4762627"/>
                    <a:pt x="269537" y="4755515"/>
                    <a:pt x="278300" y="4755515"/>
                  </a:cubicBezTo>
                  <a:cubicBezTo>
                    <a:pt x="287063" y="4755515"/>
                    <a:pt x="294175" y="4762627"/>
                    <a:pt x="294175" y="4771390"/>
                  </a:cubicBezTo>
                  <a:lnTo>
                    <a:pt x="294175" y="4834890"/>
                  </a:lnTo>
                  <a:cubicBezTo>
                    <a:pt x="294175" y="4843653"/>
                    <a:pt x="287063" y="4850765"/>
                    <a:pt x="278300" y="4850765"/>
                  </a:cubicBezTo>
                  <a:cubicBezTo>
                    <a:pt x="269537" y="4850765"/>
                    <a:pt x="262425" y="4843653"/>
                    <a:pt x="262425" y="4834890"/>
                  </a:cubicBezTo>
                  <a:close/>
                  <a:moveTo>
                    <a:pt x="262425" y="4707890"/>
                  </a:moveTo>
                  <a:lnTo>
                    <a:pt x="262425" y="4644390"/>
                  </a:lnTo>
                  <a:cubicBezTo>
                    <a:pt x="262425" y="4635627"/>
                    <a:pt x="269537" y="4628515"/>
                    <a:pt x="278300" y="4628515"/>
                  </a:cubicBezTo>
                  <a:cubicBezTo>
                    <a:pt x="287063" y="4628515"/>
                    <a:pt x="294175" y="4635627"/>
                    <a:pt x="294175" y="4644390"/>
                  </a:cubicBezTo>
                  <a:lnTo>
                    <a:pt x="294175" y="4707890"/>
                  </a:lnTo>
                  <a:cubicBezTo>
                    <a:pt x="294175" y="4716653"/>
                    <a:pt x="287063" y="4723765"/>
                    <a:pt x="278300" y="4723765"/>
                  </a:cubicBezTo>
                  <a:cubicBezTo>
                    <a:pt x="269537" y="4723765"/>
                    <a:pt x="262425" y="4716653"/>
                    <a:pt x="262425" y="4707890"/>
                  </a:cubicBezTo>
                  <a:close/>
                  <a:moveTo>
                    <a:pt x="262425" y="4580890"/>
                  </a:moveTo>
                  <a:lnTo>
                    <a:pt x="262425" y="4517390"/>
                  </a:lnTo>
                  <a:cubicBezTo>
                    <a:pt x="262425" y="4508627"/>
                    <a:pt x="269537" y="4501515"/>
                    <a:pt x="278300" y="4501515"/>
                  </a:cubicBezTo>
                  <a:cubicBezTo>
                    <a:pt x="287063" y="4501515"/>
                    <a:pt x="294175" y="4508627"/>
                    <a:pt x="294175" y="4517390"/>
                  </a:cubicBezTo>
                  <a:lnTo>
                    <a:pt x="294175" y="4580890"/>
                  </a:lnTo>
                  <a:cubicBezTo>
                    <a:pt x="294175" y="4589653"/>
                    <a:pt x="287063" y="4596765"/>
                    <a:pt x="278300" y="4596765"/>
                  </a:cubicBezTo>
                  <a:cubicBezTo>
                    <a:pt x="269537" y="4596765"/>
                    <a:pt x="262425" y="4589653"/>
                    <a:pt x="262425" y="4580890"/>
                  </a:cubicBezTo>
                  <a:close/>
                  <a:moveTo>
                    <a:pt x="262425" y="4453890"/>
                  </a:moveTo>
                  <a:lnTo>
                    <a:pt x="262425" y="4390390"/>
                  </a:lnTo>
                  <a:cubicBezTo>
                    <a:pt x="262425" y="4381627"/>
                    <a:pt x="269537" y="4374515"/>
                    <a:pt x="278300" y="4374515"/>
                  </a:cubicBezTo>
                  <a:cubicBezTo>
                    <a:pt x="287063" y="4374515"/>
                    <a:pt x="294175" y="4381627"/>
                    <a:pt x="294175" y="4390390"/>
                  </a:cubicBezTo>
                  <a:lnTo>
                    <a:pt x="294175" y="4453890"/>
                  </a:lnTo>
                  <a:cubicBezTo>
                    <a:pt x="294175" y="4462653"/>
                    <a:pt x="287063" y="4469765"/>
                    <a:pt x="278300" y="4469765"/>
                  </a:cubicBezTo>
                  <a:cubicBezTo>
                    <a:pt x="269537" y="4469765"/>
                    <a:pt x="262425" y="4462653"/>
                    <a:pt x="262425" y="4453890"/>
                  </a:cubicBezTo>
                  <a:close/>
                  <a:moveTo>
                    <a:pt x="262425" y="4326890"/>
                  </a:moveTo>
                  <a:lnTo>
                    <a:pt x="262425" y="4263390"/>
                  </a:lnTo>
                  <a:cubicBezTo>
                    <a:pt x="262425" y="4254627"/>
                    <a:pt x="269537" y="4247515"/>
                    <a:pt x="278300" y="4247515"/>
                  </a:cubicBezTo>
                  <a:cubicBezTo>
                    <a:pt x="287063" y="4247515"/>
                    <a:pt x="294175" y="4254627"/>
                    <a:pt x="294175" y="4263390"/>
                  </a:cubicBezTo>
                  <a:lnTo>
                    <a:pt x="294175" y="4326890"/>
                  </a:lnTo>
                  <a:cubicBezTo>
                    <a:pt x="294175" y="4335653"/>
                    <a:pt x="287063" y="4342765"/>
                    <a:pt x="278300" y="4342765"/>
                  </a:cubicBezTo>
                  <a:cubicBezTo>
                    <a:pt x="269537" y="4342765"/>
                    <a:pt x="262425" y="4335653"/>
                    <a:pt x="262425" y="4326890"/>
                  </a:cubicBezTo>
                  <a:close/>
                  <a:moveTo>
                    <a:pt x="262425" y="4199890"/>
                  </a:moveTo>
                  <a:lnTo>
                    <a:pt x="262425" y="4136390"/>
                  </a:lnTo>
                  <a:cubicBezTo>
                    <a:pt x="262425" y="4127627"/>
                    <a:pt x="269537" y="4120515"/>
                    <a:pt x="278300" y="4120515"/>
                  </a:cubicBezTo>
                  <a:cubicBezTo>
                    <a:pt x="287063" y="4120515"/>
                    <a:pt x="294175" y="4127627"/>
                    <a:pt x="294175" y="4136390"/>
                  </a:cubicBezTo>
                  <a:lnTo>
                    <a:pt x="294175" y="4199890"/>
                  </a:lnTo>
                  <a:cubicBezTo>
                    <a:pt x="294175" y="4208653"/>
                    <a:pt x="287063" y="4215765"/>
                    <a:pt x="278300" y="4215765"/>
                  </a:cubicBezTo>
                  <a:cubicBezTo>
                    <a:pt x="269537" y="4215765"/>
                    <a:pt x="262425" y="4208653"/>
                    <a:pt x="262425" y="4199890"/>
                  </a:cubicBezTo>
                  <a:close/>
                  <a:moveTo>
                    <a:pt x="262425" y="4072890"/>
                  </a:moveTo>
                  <a:lnTo>
                    <a:pt x="262425" y="4009390"/>
                  </a:lnTo>
                  <a:cubicBezTo>
                    <a:pt x="262425" y="4000627"/>
                    <a:pt x="269537" y="3993515"/>
                    <a:pt x="278300" y="3993515"/>
                  </a:cubicBezTo>
                  <a:cubicBezTo>
                    <a:pt x="287063" y="3993515"/>
                    <a:pt x="294175" y="4000627"/>
                    <a:pt x="294175" y="4009390"/>
                  </a:cubicBezTo>
                  <a:lnTo>
                    <a:pt x="294175" y="4072890"/>
                  </a:lnTo>
                  <a:cubicBezTo>
                    <a:pt x="294175" y="4081653"/>
                    <a:pt x="287063" y="4088765"/>
                    <a:pt x="278300" y="4088765"/>
                  </a:cubicBezTo>
                  <a:cubicBezTo>
                    <a:pt x="269537" y="4088765"/>
                    <a:pt x="262425" y="4081653"/>
                    <a:pt x="262425" y="4072890"/>
                  </a:cubicBezTo>
                  <a:close/>
                  <a:moveTo>
                    <a:pt x="262425" y="3945890"/>
                  </a:moveTo>
                  <a:lnTo>
                    <a:pt x="262425" y="3882390"/>
                  </a:lnTo>
                  <a:cubicBezTo>
                    <a:pt x="262425" y="3873627"/>
                    <a:pt x="269537" y="3866515"/>
                    <a:pt x="278300" y="3866515"/>
                  </a:cubicBezTo>
                  <a:cubicBezTo>
                    <a:pt x="287063" y="3866515"/>
                    <a:pt x="294175" y="3873627"/>
                    <a:pt x="294175" y="3882390"/>
                  </a:cubicBezTo>
                  <a:lnTo>
                    <a:pt x="294175" y="3945890"/>
                  </a:lnTo>
                  <a:cubicBezTo>
                    <a:pt x="294175" y="3954653"/>
                    <a:pt x="287063" y="3961765"/>
                    <a:pt x="278300" y="3961765"/>
                  </a:cubicBezTo>
                  <a:cubicBezTo>
                    <a:pt x="269537" y="3961765"/>
                    <a:pt x="262425" y="3954653"/>
                    <a:pt x="262425" y="3945890"/>
                  </a:cubicBezTo>
                  <a:close/>
                  <a:moveTo>
                    <a:pt x="262425" y="3818890"/>
                  </a:moveTo>
                  <a:lnTo>
                    <a:pt x="262425" y="3755390"/>
                  </a:lnTo>
                  <a:cubicBezTo>
                    <a:pt x="262425" y="3746627"/>
                    <a:pt x="269537" y="3739515"/>
                    <a:pt x="278300" y="3739515"/>
                  </a:cubicBezTo>
                  <a:cubicBezTo>
                    <a:pt x="287063" y="3739515"/>
                    <a:pt x="294175" y="3746627"/>
                    <a:pt x="294175" y="3755390"/>
                  </a:cubicBezTo>
                  <a:lnTo>
                    <a:pt x="294175" y="3818890"/>
                  </a:lnTo>
                  <a:cubicBezTo>
                    <a:pt x="294175" y="3827653"/>
                    <a:pt x="287063" y="3834765"/>
                    <a:pt x="278300" y="3834765"/>
                  </a:cubicBezTo>
                  <a:cubicBezTo>
                    <a:pt x="269537" y="3834765"/>
                    <a:pt x="262425" y="3827653"/>
                    <a:pt x="262425" y="3818890"/>
                  </a:cubicBezTo>
                  <a:close/>
                  <a:moveTo>
                    <a:pt x="262425" y="3691890"/>
                  </a:moveTo>
                  <a:lnTo>
                    <a:pt x="262425" y="3628390"/>
                  </a:lnTo>
                  <a:cubicBezTo>
                    <a:pt x="262425" y="3619627"/>
                    <a:pt x="269537" y="3612515"/>
                    <a:pt x="278300" y="3612515"/>
                  </a:cubicBezTo>
                  <a:cubicBezTo>
                    <a:pt x="287063" y="3612515"/>
                    <a:pt x="294175" y="3619627"/>
                    <a:pt x="294175" y="3628390"/>
                  </a:cubicBezTo>
                  <a:lnTo>
                    <a:pt x="294175" y="3691890"/>
                  </a:lnTo>
                  <a:cubicBezTo>
                    <a:pt x="294175" y="3700653"/>
                    <a:pt x="287063" y="3707765"/>
                    <a:pt x="278300" y="3707765"/>
                  </a:cubicBezTo>
                  <a:cubicBezTo>
                    <a:pt x="269537" y="3707765"/>
                    <a:pt x="262425" y="3700653"/>
                    <a:pt x="262425" y="3691890"/>
                  </a:cubicBezTo>
                  <a:close/>
                  <a:moveTo>
                    <a:pt x="262425" y="3564890"/>
                  </a:moveTo>
                  <a:lnTo>
                    <a:pt x="262425" y="3501390"/>
                  </a:lnTo>
                  <a:cubicBezTo>
                    <a:pt x="262425" y="3492627"/>
                    <a:pt x="269537" y="3485515"/>
                    <a:pt x="278300" y="3485515"/>
                  </a:cubicBezTo>
                  <a:cubicBezTo>
                    <a:pt x="287063" y="3485515"/>
                    <a:pt x="294175" y="3492627"/>
                    <a:pt x="294175" y="3501390"/>
                  </a:cubicBezTo>
                  <a:lnTo>
                    <a:pt x="294175" y="3564890"/>
                  </a:lnTo>
                  <a:cubicBezTo>
                    <a:pt x="294175" y="3573653"/>
                    <a:pt x="287063" y="3580765"/>
                    <a:pt x="278300" y="3580765"/>
                  </a:cubicBezTo>
                  <a:cubicBezTo>
                    <a:pt x="269537" y="3580765"/>
                    <a:pt x="262425" y="3573653"/>
                    <a:pt x="262425" y="3564890"/>
                  </a:cubicBezTo>
                  <a:close/>
                  <a:moveTo>
                    <a:pt x="262425" y="3437890"/>
                  </a:moveTo>
                  <a:lnTo>
                    <a:pt x="262425" y="3374390"/>
                  </a:lnTo>
                  <a:cubicBezTo>
                    <a:pt x="262425" y="3365627"/>
                    <a:pt x="269537" y="3358515"/>
                    <a:pt x="278300" y="3358515"/>
                  </a:cubicBezTo>
                  <a:cubicBezTo>
                    <a:pt x="287063" y="3358515"/>
                    <a:pt x="294175" y="3365627"/>
                    <a:pt x="294175" y="3374390"/>
                  </a:cubicBezTo>
                  <a:lnTo>
                    <a:pt x="294175" y="3437890"/>
                  </a:lnTo>
                  <a:cubicBezTo>
                    <a:pt x="294175" y="3446653"/>
                    <a:pt x="287063" y="3453765"/>
                    <a:pt x="278300" y="3453765"/>
                  </a:cubicBezTo>
                  <a:cubicBezTo>
                    <a:pt x="269537" y="3453765"/>
                    <a:pt x="262425" y="3446653"/>
                    <a:pt x="262425" y="3437890"/>
                  </a:cubicBezTo>
                  <a:close/>
                  <a:moveTo>
                    <a:pt x="262425" y="3310890"/>
                  </a:moveTo>
                  <a:lnTo>
                    <a:pt x="262425" y="3247390"/>
                  </a:lnTo>
                  <a:cubicBezTo>
                    <a:pt x="262425" y="3238627"/>
                    <a:pt x="269537" y="3231515"/>
                    <a:pt x="278300" y="3231515"/>
                  </a:cubicBezTo>
                  <a:cubicBezTo>
                    <a:pt x="287063" y="3231515"/>
                    <a:pt x="294175" y="3238627"/>
                    <a:pt x="294175" y="3247390"/>
                  </a:cubicBezTo>
                  <a:lnTo>
                    <a:pt x="294175" y="3310890"/>
                  </a:lnTo>
                  <a:cubicBezTo>
                    <a:pt x="294175" y="3319653"/>
                    <a:pt x="287063" y="3326765"/>
                    <a:pt x="278300" y="3326765"/>
                  </a:cubicBezTo>
                  <a:cubicBezTo>
                    <a:pt x="269537" y="3326765"/>
                    <a:pt x="262425" y="3319653"/>
                    <a:pt x="262425" y="3310890"/>
                  </a:cubicBezTo>
                  <a:close/>
                  <a:moveTo>
                    <a:pt x="262425" y="3183890"/>
                  </a:moveTo>
                  <a:lnTo>
                    <a:pt x="262425" y="3120390"/>
                  </a:lnTo>
                  <a:cubicBezTo>
                    <a:pt x="262425" y="3111627"/>
                    <a:pt x="269537" y="3104515"/>
                    <a:pt x="278300" y="3104515"/>
                  </a:cubicBezTo>
                  <a:cubicBezTo>
                    <a:pt x="287063" y="3104515"/>
                    <a:pt x="294175" y="3111627"/>
                    <a:pt x="294175" y="3120390"/>
                  </a:cubicBezTo>
                  <a:lnTo>
                    <a:pt x="294175" y="3183890"/>
                  </a:lnTo>
                  <a:cubicBezTo>
                    <a:pt x="294175" y="3192653"/>
                    <a:pt x="287063" y="3199765"/>
                    <a:pt x="278300" y="3199765"/>
                  </a:cubicBezTo>
                  <a:cubicBezTo>
                    <a:pt x="269537" y="3199765"/>
                    <a:pt x="262425" y="3192653"/>
                    <a:pt x="262425" y="3183890"/>
                  </a:cubicBezTo>
                  <a:close/>
                  <a:moveTo>
                    <a:pt x="262425" y="3056890"/>
                  </a:moveTo>
                  <a:lnTo>
                    <a:pt x="262425" y="2993390"/>
                  </a:lnTo>
                  <a:cubicBezTo>
                    <a:pt x="262425" y="2984627"/>
                    <a:pt x="269537" y="2977515"/>
                    <a:pt x="278300" y="2977515"/>
                  </a:cubicBezTo>
                  <a:cubicBezTo>
                    <a:pt x="287063" y="2977515"/>
                    <a:pt x="294175" y="2984627"/>
                    <a:pt x="294175" y="2993390"/>
                  </a:cubicBezTo>
                  <a:lnTo>
                    <a:pt x="294175" y="3056890"/>
                  </a:lnTo>
                  <a:cubicBezTo>
                    <a:pt x="294175" y="3065653"/>
                    <a:pt x="287063" y="3072765"/>
                    <a:pt x="278300" y="3072765"/>
                  </a:cubicBezTo>
                  <a:cubicBezTo>
                    <a:pt x="269537" y="3072765"/>
                    <a:pt x="262425" y="3065653"/>
                    <a:pt x="262425" y="3056890"/>
                  </a:cubicBezTo>
                  <a:close/>
                  <a:moveTo>
                    <a:pt x="262425" y="2929890"/>
                  </a:moveTo>
                  <a:lnTo>
                    <a:pt x="262425" y="2866390"/>
                  </a:lnTo>
                  <a:cubicBezTo>
                    <a:pt x="262425" y="2857627"/>
                    <a:pt x="269537" y="2850515"/>
                    <a:pt x="278300" y="2850515"/>
                  </a:cubicBezTo>
                  <a:cubicBezTo>
                    <a:pt x="287063" y="2850515"/>
                    <a:pt x="294175" y="2857627"/>
                    <a:pt x="294175" y="2866390"/>
                  </a:cubicBezTo>
                  <a:lnTo>
                    <a:pt x="294175" y="2929890"/>
                  </a:lnTo>
                  <a:cubicBezTo>
                    <a:pt x="294175" y="2938653"/>
                    <a:pt x="287063" y="2945765"/>
                    <a:pt x="278300" y="2945765"/>
                  </a:cubicBezTo>
                  <a:cubicBezTo>
                    <a:pt x="269537" y="2945765"/>
                    <a:pt x="262425" y="2938653"/>
                    <a:pt x="262425" y="2929890"/>
                  </a:cubicBezTo>
                  <a:close/>
                  <a:moveTo>
                    <a:pt x="262425" y="2802890"/>
                  </a:moveTo>
                  <a:lnTo>
                    <a:pt x="262425" y="2739390"/>
                  </a:lnTo>
                  <a:cubicBezTo>
                    <a:pt x="262425" y="2730627"/>
                    <a:pt x="269537" y="2723515"/>
                    <a:pt x="278300" y="2723515"/>
                  </a:cubicBezTo>
                  <a:cubicBezTo>
                    <a:pt x="287063" y="2723515"/>
                    <a:pt x="294175" y="2730627"/>
                    <a:pt x="294175" y="2739390"/>
                  </a:cubicBezTo>
                  <a:lnTo>
                    <a:pt x="294175" y="2802890"/>
                  </a:lnTo>
                  <a:cubicBezTo>
                    <a:pt x="294175" y="2811653"/>
                    <a:pt x="287063" y="2818765"/>
                    <a:pt x="278300" y="2818765"/>
                  </a:cubicBezTo>
                  <a:cubicBezTo>
                    <a:pt x="269537" y="2818765"/>
                    <a:pt x="262425" y="2811653"/>
                    <a:pt x="262425" y="2802890"/>
                  </a:cubicBezTo>
                  <a:close/>
                  <a:moveTo>
                    <a:pt x="262425" y="2675890"/>
                  </a:moveTo>
                  <a:lnTo>
                    <a:pt x="262425" y="2612390"/>
                  </a:lnTo>
                  <a:cubicBezTo>
                    <a:pt x="262425" y="2603627"/>
                    <a:pt x="269537" y="2596515"/>
                    <a:pt x="278300" y="2596515"/>
                  </a:cubicBezTo>
                  <a:cubicBezTo>
                    <a:pt x="287063" y="2596515"/>
                    <a:pt x="294175" y="2603627"/>
                    <a:pt x="294175" y="2612390"/>
                  </a:cubicBezTo>
                  <a:lnTo>
                    <a:pt x="294175" y="2675890"/>
                  </a:lnTo>
                  <a:cubicBezTo>
                    <a:pt x="294175" y="2684653"/>
                    <a:pt x="287063" y="2691765"/>
                    <a:pt x="278300" y="2691765"/>
                  </a:cubicBezTo>
                  <a:cubicBezTo>
                    <a:pt x="269537" y="2691765"/>
                    <a:pt x="262425" y="2684653"/>
                    <a:pt x="262425" y="2675890"/>
                  </a:cubicBezTo>
                  <a:close/>
                  <a:moveTo>
                    <a:pt x="262425" y="2548890"/>
                  </a:moveTo>
                  <a:lnTo>
                    <a:pt x="262425" y="2485390"/>
                  </a:lnTo>
                  <a:cubicBezTo>
                    <a:pt x="262425" y="2476627"/>
                    <a:pt x="269537" y="2469515"/>
                    <a:pt x="278300" y="2469515"/>
                  </a:cubicBezTo>
                  <a:cubicBezTo>
                    <a:pt x="287063" y="2469515"/>
                    <a:pt x="294175" y="2476627"/>
                    <a:pt x="294175" y="2485390"/>
                  </a:cubicBezTo>
                  <a:lnTo>
                    <a:pt x="294175" y="2548890"/>
                  </a:lnTo>
                  <a:cubicBezTo>
                    <a:pt x="294175" y="2557653"/>
                    <a:pt x="287063" y="2564765"/>
                    <a:pt x="278300" y="2564765"/>
                  </a:cubicBezTo>
                  <a:cubicBezTo>
                    <a:pt x="269537" y="2564765"/>
                    <a:pt x="262425" y="2557653"/>
                    <a:pt x="262425" y="2548890"/>
                  </a:cubicBezTo>
                  <a:close/>
                  <a:moveTo>
                    <a:pt x="262425" y="2421890"/>
                  </a:moveTo>
                  <a:lnTo>
                    <a:pt x="262425" y="2358390"/>
                  </a:lnTo>
                  <a:cubicBezTo>
                    <a:pt x="262425" y="2349627"/>
                    <a:pt x="269537" y="2342515"/>
                    <a:pt x="278300" y="2342515"/>
                  </a:cubicBezTo>
                  <a:cubicBezTo>
                    <a:pt x="287063" y="2342515"/>
                    <a:pt x="294175" y="2349627"/>
                    <a:pt x="294175" y="2358390"/>
                  </a:cubicBezTo>
                  <a:lnTo>
                    <a:pt x="294175" y="2421890"/>
                  </a:lnTo>
                  <a:cubicBezTo>
                    <a:pt x="294175" y="2430653"/>
                    <a:pt x="287063" y="2437765"/>
                    <a:pt x="278300" y="2437765"/>
                  </a:cubicBezTo>
                  <a:cubicBezTo>
                    <a:pt x="269537" y="2437765"/>
                    <a:pt x="262425" y="2430653"/>
                    <a:pt x="262425" y="2421890"/>
                  </a:cubicBezTo>
                  <a:close/>
                  <a:moveTo>
                    <a:pt x="262425" y="2294890"/>
                  </a:moveTo>
                  <a:lnTo>
                    <a:pt x="262425" y="2231390"/>
                  </a:lnTo>
                  <a:cubicBezTo>
                    <a:pt x="262425" y="2222627"/>
                    <a:pt x="269537" y="2215515"/>
                    <a:pt x="278300" y="2215515"/>
                  </a:cubicBezTo>
                  <a:cubicBezTo>
                    <a:pt x="287063" y="2215515"/>
                    <a:pt x="294175" y="2222627"/>
                    <a:pt x="294175" y="2231390"/>
                  </a:cubicBezTo>
                  <a:lnTo>
                    <a:pt x="294175" y="2294890"/>
                  </a:lnTo>
                  <a:cubicBezTo>
                    <a:pt x="294175" y="2303653"/>
                    <a:pt x="287063" y="2310765"/>
                    <a:pt x="278300" y="2310765"/>
                  </a:cubicBezTo>
                  <a:cubicBezTo>
                    <a:pt x="269537" y="2310765"/>
                    <a:pt x="262425" y="2303653"/>
                    <a:pt x="262425" y="2294890"/>
                  </a:cubicBezTo>
                  <a:close/>
                  <a:moveTo>
                    <a:pt x="262425" y="2167890"/>
                  </a:moveTo>
                  <a:lnTo>
                    <a:pt x="262425" y="2104390"/>
                  </a:lnTo>
                  <a:cubicBezTo>
                    <a:pt x="262425" y="2095627"/>
                    <a:pt x="269537" y="2088515"/>
                    <a:pt x="278300" y="2088515"/>
                  </a:cubicBezTo>
                  <a:cubicBezTo>
                    <a:pt x="287063" y="2088515"/>
                    <a:pt x="294175" y="2095627"/>
                    <a:pt x="294175" y="2104390"/>
                  </a:cubicBezTo>
                  <a:lnTo>
                    <a:pt x="294175" y="2167890"/>
                  </a:lnTo>
                  <a:cubicBezTo>
                    <a:pt x="294175" y="2176653"/>
                    <a:pt x="287063" y="2183765"/>
                    <a:pt x="278300" y="2183765"/>
                  </a:cubicBezTo>
                  <a:cubicBezTo>
                    <a:pt x="269537" y="2183765"/>
                    <a:pt x="262425" y="2176653"/>
                    <a:pt x="262425" y="2167890"/>
                  </a:cubicBezTo>
                  <a:close/>
                  <a:moveTo>
                    <a:pt x="262425" y="2040890"/>
                  </a:moveTo>
                  <a:lnTo>
                    <a:pt x="262425" y="1977390"/>
                  </a:lnTo>
                  <a:cubicBezTo>
                    <a:pt x="262425" y="1968627"/>
                    <a:pt x="269537" y="1961515"/>
                    <a:pt x="278300" y="1961515"/>
                  </a:cubicBezTo>
                  <a:cubicBezTo>
                    <a:pt x="287063" y="1961515"/>
                    <a:pt x="294175" y="1968627"/>
                    <a:pt x="294175" y="1977390"/>
                  </a:cubicBezTo>
                  <a:lnTo>
                    <a:pt x="294175" y="2040890"/>
                  </a:lnTo>
                  <a:cubicBezTo>
                    <a:pt x="294175" y="2049653"/>
                    <a:pt x="287063" y="2056765"/>
                    <a:pt x="278300" y="2056765"/>
                  </a:cubicBezTo>
                  <a:cubicBezTo>
                    <a:pt x="269537" y="2056765"/>
                    <a:pt x="262425" y="2049653"/>
                    <a:pt x="262425" y="2040890"/>
                  </a:cubicBezTo>
                  <a:close/>
                  <a:moveTo>
                    <a:pt x="262425" y="1913890"/>
                  </a:moveTo>
                  <a:lnTo>
                    <a:pt x="262425" y="1850390"/>
                  </a:lnTo>
                  <a:cubicBezTo>
                    <a:pt x="262425" y="1841627"/>
                    <a:pt x="269537" y="1834515"/>
                    <a:pt x="278300" y="1834515"/>
                  </a:cubicBezTo>
                  <a:cubicBezTo>
                    <a:pt x="287063" y="1834515"/>
                    <a:pt x="294175" y="1841627"/>
                    <a:pt x="294175" y="1850390"/>
                  </a:cubicBezTo>
                  <a:lnTo>
                    <a:pt x="294175" y="1913890"/>
                  </a:lnTo>
                  <a:cubicBezTo>
                    <a:pt x="294175" y="1922653"/>
                    <a:pt x="287063" y="1929765"/>
                    <a:pt x="278300" y="1929765"/>
                  </a:cubicBezTo>
                  <a:cubicBezTo>
                    <a:pt x="269537" y="1929765"/>
                    <a:pt x="262425" y="1922653"/>
                    <a:pt x="262425" y="1913890"/>
                  </a:cubicBezTo>
                  <a:close/>
                  <a:moveTo>
                    <a:pt x="262425" y="1786890"/>
                  </a:moveTo>
                  <a:lnTo>
                    <a:pt x="262425" y="1723390"/>
                  </a:lnTo>
                  <a:cubicBezTo>
                    <a:pt x="262425" y="1714627"/>
                    <a:pt x="269537" y="1707515"/>
                    <a:pt x="278300" y="1707515"/>
                  </a:cubicBezTo>
                  <a:cubicBezTo>
                    <a:pt x="287063" y="1707515"/>
                    <a:pt x="294175" y="1714627"/>
                    <a:pt x="294175" y="1723390"/>
                  </a:cubicBezTo>
                  <a:lnTo>
                    <a:pt x="294175" y="1786890"/>
                  </a:lnTo>
                  <a:cubicBezTo>
                    <a:pt x="294175" y="1795653"/>
                    <a:pt x="287063" y="1802765"/>
                    <a:pt x="278300" y="1802765"/>
                  </a:cubicBezTo>
                  <a:cubicBezTo>
                    <a:pt x="269537" y="1802765"/>
                    <a:pt x="262425" y="1795653"/>
                    <a:pt x="262425" y="1786890"/>
                  </a:cubicBezTo>
                  <a:close/>
                  <a:moveTo>
                    <a:pt x="262425" y="1659890"/>
                  </a:moveTo>
                  <a:lnTo>
                    <a:pt x="262425" y="1596390"/>
                  </a:lnTo>
                  <a:cubicBezTo>
                    <a:pt x="262425" y="1587627"/>
                    <a:pt x="269537" y="1580515"/>
                    <a:pt x="278300" y="1580515"/>
                  </a:cubicBezTo>
                  <a:cubicBezTo>
                    <a:pt x="287063" y="1580515"/>
                    <a:pt x="294175" y="1587627"/>
                    <a:pt x="294175" y="1596390"/>
                  </a:cubicBezTo>
                  <a:lnTo>
                    <a:pt x="294175" y="1659890"/>
                  </a:lnTo>
                  <a:cubicBezTo>
                    <a:pt x="294175" y="1668653"/>
                    <a:pt x="287063" y="1675765"/>
                    <a:pt x="278300" y="1675765"/>
                  </a:cubicBezTo>
                  <a:cubicBezTo>
                    <a:pt x="269537" y="1675765"/>
                    <a:pt x="262425" y="1668653"/>
                    <a:pt x="262425" y="1659890"/>
                  </a:cubicBezTo>
                  <a:close/>
                  <a:moveTo>
                    <a:pt x="262425" y="1532890"/>
                  </a:moveTo>
                  <a:lnTo>
                    <a:pt x="262425" y="1469390"/>
                  </a:lnTo>
                  <a:cubicBezTo>
                    <a:pt x="262425" y="1460627"/>
                    <a:pt x="269537" y="1453515"/>
                    <a:pt x="278300" y="1453515"/>
                  </a:cubicBezTo>
                  <a:cubicBezTo>
                    <a:pt x="287063" y="1453515"/>
                    <a:pt x="294175" y="1460627"/>
                    <a:pt x="294175" y="1469390"/>
                  </a:cubicBezTo>
                  <a:lnTo>
                    <a:pt x="294175" y="1532890"/>
                  </a:lnTo>
                  <a:cubicBezTo>
                    <a:pt x="294175" y="1541653"/>
                    <a:pt x="287063" y="1548765"/>
                    <a:pt x="278300" y="1548765"/>
                  </a:cubicBezTo>
                  <a:cubicBezTo>
                    <a:pt x="269537" y="1548765"/>
                    <a:pt x="262425" y="1541653"/>
                    <a:pt x="262425" y="1532890"/>
                  </a:cubicBezTo>
                  <a:close/>
                  <a:moveTo>
                    <a:pt x="262425" y="1405890"/>
                  </a:moveTo>
                  <a:lnTo>
                    <a:pt x="262425" y="1342390"/>
                  </a:lnTo>
                  <a:cubicBezTo>
                    <a:pt x="262425" y="1333627"/>
                    <a:pt x="269537" y="1326515"/>
                    <a:pt x="278300" y="1326515"/>
                  </a:cubicBezTo>
                  <a:cubicBezTo>
                    <a:pt x="287063" y="1326515"/>
                    <a:pt x="294175" y="1333627"/>
                    <a:pt x="294175" y="1342390"/>
                  </a:cubicBezTo>
                  <a:lnTo>
                    <a:pt x="294175" y="1405890"/>
                  </a:lnTo>
                  <a:cubicBezTo>
                    <a:pt x="294175" y="1414653"/>
                    <a:pt x="287063" y="1421765"/>
                    <a:pt x="278300" y="1421765"/>
                  </a:cubicBezTo>
                  <a:cubicBezTo>
                    <a:pt x="269537" y="1421765"/>
                    <a:pt x="262425" y="1414653"/>
                    <a:pt x="262425" y="1405890"/>
                  </a:cubicBezTo>
                  <a:close/>
                  <a:moveTo>
                    <a:pt x="262425" y="1278890"/>
                  </a:moveTo>
                  <a:lnTo>
                    <a:pt x="262425" y="1215390"/>
                  </a:lnTo>
                  <a:cubicBezTo>
                    <a:pt x="262425" y="1206627"/>
                    <a:pt x="269537" y="1199515"/>
                    <a:pt x="278300" y="1199515"/>
                  </a:cubicBezTo>
                  <a:cubicBezTo>
                    <a:pt x="287063" y="1199515"/>
                    <a:pt x="294175" y="1206627"/>
                    <a:pt x="294175" y="1215390"/>
                  </a:cubicBezTo>
                  <a:lnTo>
                    <a:pt x="294175" y="1278890"/>
                  </a:lnTo>
                  <a:cubicBezTo>
                    <a:pt x="294175" y="1287653"/>
                    <a:pt x="287063" y="1294765"/>
                    <a:pt x="278300" y="1294765"/>
                  </a:cubicBezTo>
                  <a:cubicBezTo>
                    <a:pt x="269537" y="1294765"/>
                    <a:pt x="262425" y="1287653"/>
                    <a:pt x="262425" y="1278890"/>
                  </a:cubicBezTo>
                  <a:close/>
                  <a:moveTo>
                    <a:pt x="262425" y="1151890"/>
                  </a:moveTo>
                  <a:lnTo>
                    <a:pt x="262425" y="1088390"/>
                  </a:lnTo>
                  <a:cubicBezTo>
                    <a:pt x="262425" y="1079627"/>
                    <a:pt x="269537" y="1072515"/>
                    <a:pt x="278300" y="1072515"/>
                  </a:cubicBezTo>
                  <a:cubicBezTo>
                    <a:pt x="287063" y="1072515"/>
                    <a:pt x="294175" y="1079627"/>
                    <a:pt x="294175" y="1088390"/>
                  </a:cubicBezTo>
                  <a:lnTo>
                    <a:pt x="294175" y="1151890"/>
                  </a:lnTo>
                  <a:cubicBezTo>
                    <a:pt x="294175" y="1160653"/>
                    <a:pt x="287063" y="1167765"/>
                    <a:pt x="278300" y="1167765"/>
                  </a:cubicBezTo>
                  <a:cubicBezTo>
                    <a:pt x="269537" y="1167765"/>
                    <a:pt x="262425" y="1160653"/>
                    <a:pt x="262425" y="1151890"/>
                  </a:cubicBezTo>
                  <a:close/>
                  <a:moveTo>
                    <a:pt x="262425" y="1024890"/>
                  </a:moveTo>
                  <a:lnTo>
                    <a:pt x="262425" y="961390"/>
                  </a:lnTo>
                  <a:cubicBezTo>
                    <a:pt x="262425" y="952627"/>
                    <a:pt x="269537" y="945515"/>
                    <a:pt x="278300" y="945515"/>
                  </a:cubicBezTo>
                  <a:cubicBezTo>
                    <a:pt x="287063" y="945515"/>
                    <a:pt x="294175" y="952627"/>
                    <a:pt x="294175" y="961390"/>
                  </a:cubicBezTo>
                  <a:lnTo>
                    <a:pt x="294175" y="1024890"/>
                  </a:lnTo>
                  <a:cubicBezTo>
                    <a:pt x="294175" y="1033653"/>
                    <a:pt x="287063" y="1040765"/>
                    <a:pt x="278300" y="1040765"/>
                  </a:cubicBezTo>
                  <a:cubicBezTo>
                    <a:pt x="269537" y="1040765"/>
                    <a:pt x="262425" y="1033653"/>
                    <a:pt x="262425" y="1024890"/>
                  </a:cubicBezTo>
                  <a:close/>
                  <a:moveTo>
                    <a:pt x="262425" y="897890"/>
                  </a:moveTo>
                  <a:lnTo>
                    <a:pt x="262425" y="834390"/>
                  </a:lnTo>
                  <a:cubicBezTo>
                    <a:pt x="262425" y="825627"/>
                    <a:pt x="269537" y="818515"/>
                    <a:pt x="278300" y="818515"/>
                  </a:cubicBezTo>
                  <a:cubicBezTo>
                    <a:pt x="287063" y="818515"/>
                    <a:pt x="294175" y="825627"/>
                    <a:pt x="294175" y="834390"/>
                  </a:cubicBezTo>
                  <a:lnTo>
                    <a:pt x="294175" y="897890"/>
                  </a:lnTo>
                  <a:cubicBezTo>
                    <a:pt x="294175" y="906653"/>
                    <a:pt x="287063" y="913765"/>
                    <a:pt x="278300" y="913765"/>
                  </a:cubicBezTo>
                  <a:cubicBezTo>
                    <a:pt x="269537" y="913765"/>
                    <a:pt x="262425" y="906653"/>
                    <a:pt x="262425" y="897890"/>
                  </a:cubicBezTo>
                  <a:close/>
                  <a:moveTo>
                    <a:pt x="262425" y="770890"/>
                  </a:moveTo>
                  <a:lnTo>
                    <a:pt x="262425" y="709168"/>
                  </a:lnTo>
                  <a:lnTo>
                    <a:pt x="278300" y="709168"/>
                  </a:lnTo>
                  <a:lnTo>
                    <a:pt x="262425" y="709168"/>
                  </a:lnTo>
                  <a:cubicBezTo>
                    <a:pt x="262425" y="708660"/>
                    <a:pt x="262425" y="708025"/>
                    <a:pt x="262425" y="707517"/>
                  </a:cubicBezTo>
                  <a:cubicBezTo>
                    <a:pt x="262298" y="698754"/>
                    <a:pt x="269410" y="691515"/>
                    <a:pt x="278173" y="691515"/>
                  </a:cubicBezTo>
                  <a:cubicBezTo>
                    <a:pt x="286936" y="691515"/>
                    <a:pt x="294175" y="698500"/>
                    <a:pt x="294175" y="707263"/>
                  </a:cubicBezTo>
                  <a:cubicBezTo>
                    <a:pt x="294175" y="707898"/>
                    <a:pt x="294175" y="708533"/>
                    <a:pt x="294175" y="709168"/>
                  </a:cubicBezTo>
                  <a:lnTo>
                    <a:pt x="294175" y="770890"/>
                  </a:lnTo>
                  <a:cubicBezTo>
                    <a:pt x="294175" y="779653"/>
                    <a:pt x="287063" y="786765"/>
                    <a:pt x="278300" y="786765"/>
                  </a:cubicBezTo>
                  <a:cubicBezTo>
                    <a:pt x="269537" y="786765"/>
                    <a:pt x="262425" y="779653"/>
                    <a:pt x="262425" y="770890"/>
                  </a:cubicBezTo>
                  <a:close/>
                  <a:moveTo>
                    <a:pt x="252138" y="650621"/>
                  </a:moveTo>
                  <a:cubicBezTo>
                    <a:pt x="245661" y="632587"/>
                    <a:pt x="236136" y="615442"/>
                    <a:pt x="223944" y="599440"/>
                  </a:cubicBezTo>
                  <a:cubicBezTo>
                    <a:pt x="218610" y="592455"/>
                    <a:pt x="220007" y="582549"/>
                    <a:pt x="226992" y="577215"/>
                  </a:cubicBezTo>
                  <a:cubicBezTo>
                    <a:pt x="233977" y="571881"/>
                    <a:pt x="243883" y="573278"/>
                    <a:pt x="249217" y="580263"/>
                  </a:cubicBezTo>
                  <a:cubicBezTo>
                    <a:pt x="263187" y="598551"/>
                    <a:pt x="274236" y="618617"/>
                    <a:pt x="281983" y="639826"/>
                  </a:cubicBezTo>
                  <a:cubicBezTo>
                    <a:pt x="284904" y="648081"/>
                    <a:pt x="280713" y="657225"/>
                    <a:pt x="272458" y="660146"/>
                  </a:cubicBezTo>
                  <a:cubicBezTo>
                    <a:pt x="264203" y="663067"/>
                    <a:pt x="255059" y="658876"/>
                    <a:pt x="252138" y="650621"/>
                  </a:cubicBezTo>
                  <a:close/>
                  <a:moveTo>
                    <a:pt x="182161" y="557276"/>
                  </a:moveTo>
                  <a:cubicBezTo>
                    <a:pt x="166921" y="545338"/>
                    <a:pt x="149903" y="534670"/>
                    <a:pt x="131234" y="525780"/>
                  </a:cubicBezTo>
                  <a:cubicBezTo>
                    <a:pt x="123360" y="521970"/>
                    <a:pt x="120058" y="512445"/>
                    <a:pt x="123868" y="504571"/>
                  </a:cubicBezTo>
                  <a:cubicBezTo>
                    <a:pt x="127678" y="496697"/>
                    <a:pt x="137203" y="493395"/>
                    <a:pt x="145077" y="497205"/>
                  </a:cubicBezTo>
                  <a:cubicBezTo>
                    <a:pt x="165651" y="507111"/>
                    <a:pt x="184701" y="518922"/>
                    <a:pt x="201846" y="532384"/>
                  </a:cubicBezTo>
                  <a:cubicBezTo>
                    <a:pt x="208704" y="537845"/>
                    <a:pt x="209974" y="547751"/>
                    <a:pt x="204513" y="554736"/>
                  </a:cubicBezTo>
                  <a:cubicBezTo>
                    <a:pt x="199052" y="561721"/>
                    <a:pt x="189146" y="562864"/>
                    <a:pt x="182161" y="557403"/>
                  </a:cubicBezTo>
                  <a:close/>
                  <a:moveTo>
                    <a:pt x="74719" y="505079"/>
                  </a:moveTo>
                  <a:cubicBezTo>
                    <a:pt x="55542" y="499999"/>
                    <a:pt x="35476" y="496570"/>
                    <a:pt x="14648" y="495046"/>
                  </a:cubicBezTo>
                  <a:cubicBezTo>
                    <a:pt x="5885" y="494411"/>
                    <a:pt x="-592" y="486791"/>
                    <a:pt x="43" y="478028"/>
                  </a:cubicBezTo>
                  <a:cubicBezTo>
                    <a:pt x="678" y="469265"/>
                    <a:pt x="8298" y="462788"/>
                    <a:pt x="17061" y="463423"/>
                  </a:cubicBezTo>
                  <a:cubicBezTo>
                    <a:pt x="39794" y="465201"/>
                    <a:pt x="61765" y="468884"/>
                    <a:pt x="82720" y="474472"/>
                  </a:cubicBezTo>
                  <a:cubicBezTo>
                    <a:pt x="91229" y="476758"/>
                    <a:pt x="96309" y="485394"/>
                    <a:pt x="94023" y="493903"/>
                  </a:cubicBezTo>
                  <a:cubicBezTo>
                    <a:pt x="91737" y="502412"/>
                    <a:pt x="83101" y="507492"/>
                    <a:pt x="74592" y="505206"/>
                  </a:cubicBezTo>
                  <a:close/>
                  <a:moveTo>
                    <a:pt x="20744" y="460756"/>
                  </a:moveTo>
                  <a:cubicBezTo>
                    <a:pt x="41445" y="458724"/>
                    <a:pt x="61511" y="455041"/>
                    <a:pt x="80434" y="449580"/>
                  </a:cubicBezTo>
                  <a:cubicBezTo>
                    <a:pt x="88816" y="447167"/>
                    <a:pt x="97706" y="452120"/>
                    <a:pt x="99992" y="460502"/>
                  </a:cubicBezTo>
                  <a:cubicBezTo>
                    <a:pt x="102278" y="468884"/>
                    <a:pt x="97452" y="477774"/>
                    <a:pt x="89070" y="480060"/>
                  </a:cubicBezTo>
                  <a:cubicBezTo>
                    <a:pt x="68242" y="485902"/>
                    <a:pt x="46271" y="490093"/>
                    <a:pt x="23665" y="492252"/>
                  </a:cubicBezTo>
                  <a:cubicBezTo>
                    <a:pt x="14902" y="493141"/>
                    <a:pt x="7155" y="486664"/>
                    <a:pt x="6393" y="477901"/>
                  </a:cubicBezTo>
                  <a:cubicBezTo>
                    <a:pt x="5631" y="469138"/>
                    <a:pt x="11981" y="461391"/>
                    <a:pt x="20744" y="460629"/>
                  </a:cubicBezTo>
                  <a:close/>
                  <a:moveTo>
                    <a:pt x="136695" y="427609"/>
                  </a:moveTo>
                  <a:cubicBezTo>
                    <a:pt x="155110" y="418211"/>
                    <a:pt x="171874" y="407289"/>
                    <a:pt x="186860" y="394970"/>
                  </a:cubicBezTo>
                  <a:cubicBezTo>
                    <a:pt x="193591" y="389382"/>
                    <a:pt x="203624" y="390398"/>
                    <a:pt x="209212" y="397129"/>
                  </a:cubicBezTo>
                  <a:cubicBezTo>
                    <a:pt x="214800" y="403860"/>
                    <a:pt x="213784" y="413893"/>
                    <a:pt x="207053" y="419481"/>
                  </a:cubicBezTo>
                  <a:cubicBezTo>
                    <a:pt x="190289" y="433324"/>
                    <a:pt x="171493" y="445643"/>
                    <a:pt x="151046" y="455930"/>
                  </a:cubicBezTo>
                  <a:cubicBezTo>
                    <a:pt x="143172" y="459867"/>
                    <a:pt x="133647" y="456819"/>
                    <a:pt x="129710" y="448945"/>
                  </a:cubicBezTo>
                  <a:cubicBezTo>
                    <a:pt x="125773" y="441071"/>
                    <a:pt x="128821" y="431546"/>
                    <a:pt x="136695" y="427609"/>
                  </a:cubicBezTo>
                  <a:close/>
                  <a:moveTo>
                    <a:pt x="227500" y="351790"/>
                  </a:moveTo>
                  <a:cubicBezTo>
                    <a:pt x="239184" y="335534"/>
                    <a:pt x="248074" y="318135"/>
                    <a:pt x="254043" y="299847"/>
                  </a:cubicBezTo>
                  <a:cubicBezTo>
                    <a:pt x="256710" y="291465"/>
                    <a:pt x="265727" y="286893"/>
                    <a:pt x="273982" y="289687"/>
                  </a:cubicBezTo>
                  <a:cubicBezTo>
                    <a:pt x="282237" y="292481"/>
                    <a:pt x="286936" y="301371"/>
                    <a:pt x="284142" y="309626"/>
                  </a:cubicBezTo>
                  <a:cubicBezTo>
                    <a:pt x="277157" y="331216"/>
                    <a:pt x="266616" y="351536"/>
                    <a:pt x="253281" y="370332"/>
                  </a:cubicBezTo>
                  <a:cubicBezTo>
                    <a:pt x="248201" y="377444"/>
                    <a:pt x="238295" y="379095"/>
                    <a:pt x="231183" y="374015"/>
                  </a:cubicBezTo>
                  <a:cubicBezTo>
                    <a:pt x="224071" y="368935"/>
                    <a:pt x="222420" y="359029"/>
                    <a:pt x="227500" y="351917"/>
                  </a:cubicBezTo>
                  <a:close/>
                  <a:moveTo>
                    <a:pt x="262425" y="241808"/>
                  </a:moveTo>
                  <a:cubicBezTo>
                    <a:pt x="263060" y="218440"/>
                    <a:pt x="267632" y="195961"/>
                    <a:pt x="275760" y="174625"/>
                  </a:cubicBezTo>
                  <a:cubicBezTo>
                    <a:pt x="278808" y="166370"/>
                    <a:pt x="288079" y="162306"/>
                    <a:pt x="296207" y="165354"/>
                  </a:cubicBezTo>
                  <a:cubicBezTo>
                    <a:pt x="304335" y="168402"/>
                    <a:pt x="308526" y="177673"/>
                    <a:pt x="305478" y="185801"/>
                  </a:cubicBezTo>
                  <a:cubicBezTo>
                    <a:pt x="298620" y="203835"/>
                    <a:pt x="294810" y="222885"/>
                    <a:pt x="294302" y="242570"/>
                  </a:cubicBezTo>
                  <a:cubicBezTo>
                    <a:pt x="294048" y="251333"/>
                    <a:pt x="286809" y="258318"/>
                    <a:pt x="278046" y="258064"/>
                  </a:cubicBezTo>
                  <a:cubicBezTo>
                    <a:pt x="269283" y="257810"/>
                    <a:pt x="262298" y="250571"/>
                    <a:pt x="262552" y="241808"/>
                  </a:cubicBezTo>
                  <a:close/>
                  <a:moveTo>
                    <a:pt x="309415" y="115570"/>
                  </a:moveTo>
                  <a:cubicBezTo>
                    <a:pt x="323004" y="98171"/>
                    <a:pt x="339133" y="82296"/>
                    <a:pt x="357421" y="68326"/>
                  </a:cubicBezTo>
                  <a:cubicBezTo>
                    <a:pt x="364406" y="62992"/>
                    <a:pt x="374312" y="64262"/>
                    <a:pt x="379646" y="71247"/>
                  </a:cubicBezTo>
                  <a:cubicBezTo>
                    <a:pt x="384980" y="78232"/>
                    <a:pt x="383710" y="88138"/>
                    <a:pt x="376725" y="93472"/>
                  </a:cubicBezTo>
                  <a:cubicBezTo>
                    <a:pt x="360469" y="105918"/>
                    <a:pt x="346245" y="119888"/>
                    <a:pt x="334434" y="135128"/>
                  </a:cubicBezTo>
                  <a:cubicBezTo>
                    <a:pt x="329100" y="141986"/>
                    <a:pt x="319067" y="143256"/>
                    <a:pt x="312209" y="137922"/>
                  </a:cubicBezTo>
                  <a:cubicBezTo>
                    <a:pt x="305351" y="132588"/>
                    <a:pt x="304081" y="122555"/>
                    <a:pt x="309415" y="115697"/>
                  </a:cubicBezTo>
                  <a:close/>
                  <a:moveTo>
                    <a:pt x="414444" y="33782"/>
                  </a:moveTo>
                  <a:cubicBezTo>
                    <a:pt x="433875" y="24384"/>
                    <a:pt x="454703" y="16891"/>
                    <a:pt x="476674" y="11430"/>
                  </a:cubicBezTo>
                  <a:cubicBezTo>
                    <a:pt x="485183" y="9271"/>
                    <a:pt x="493819" y="14478"/>
                    <a:pt x="495978" y="22860"/>
                  </a:cubicBezTo>
                  <a:cubicBezTo>
                    <a:pt x="498137" y="31242"/>
                    <a:pt x="492930" y="40005"/>
                    <a:pt x="484548" y="42164"/>
                  </a:cubicBezTo>
                  <a:cubicBezTo>
                    <a:pt x="464609" y="47244"/>
                    <a:pt x="445559" y="54102"/>
                    <a:pt x="427906" y="62357"/>
                  </a:cubicBezTo>
                  <a:cubicBezTo>
                    <a:pt x="420032" y="66040"/>
                    <a:pt x="410507" y="62738"/>
                    <a:pt x="406824" y="54737"/>
                  </a:cubicBezTo>
                  <a:cubicBezTo>
                    <a:pt x="403141" y="46736"/>
                    <a:pt x="406443" y="37338"/>
                    <a:pt x="414444" y="33655"/>
                  </a:cubicBezTo>
                  <a:close/>
                  <a:moveTo>
                    <a:pt x="542333" y="889"/>
                  </a:moveTo>
                  <a:cubicBezTo>
                    <a:pt x="551096" y="254"/>
                    <a:pt x="559986" y="0"/>
                    <a:pt x="569003" y="0"/>
                  </a:cubicBezTo>
                  <a:cubicBezTo>
                    <a:pt x="577766" y="0"/>
                    <a:pt x="584878" y="7112"/>
                    <a:pt x="584878" y="15875"/>
                  </a:cubicBezTo>
                  <a:lnTo>
                    <a:pt x="584878" y="53848"/>
                  </a:lnTo>
                  <a:cubicBezTo>
                    <a:pt x="584878" y="62611"/>
                    <a:pt x="577766" y="69723"/>
                    <a:pt x="569003" y="69723"/>
                  </a:cubicBezTo>
                  <a:cubicBezTo>
                    <a:pt x="560240" y="69723"/>
                    <a:pt x="553128" y="62611"/>
                    <a:pt x="553128" y="53848"/>
                  </a:cubicBezTo>
                  <a:lnTo>
                    <a:pt x="553128" y="15875"/>
                  </a:lnTo>
                  <a:lnTo>
                    <a:pt x="569003" y="15875"/>
                  </a:lnTo>
                  <a:lnTo>
                    <a:pt x="569003" y="31750"/>
                  </a:lnTo>
                  <a:cubicBezTo>
                    <a:pt x="560748" y="31750"/>
                    <a:pt x="552620" y="32004"/>
                    <a:pt x="544492" y="32639"/>
                  </a:cubicBezTo>
                  <a:cubicBezTo>
                    <a:pt x="535729" y="33274"/>
                    <a:pt x="528109" y="26670"/>
                    <a:pt x="527601" y="17907"/>
                  </a:cubicBezTo>
                  <a:cubicBezTo>
                    <a:pt x="527093" y="9144"/>
                    <a:pt x="533570" y="1524"/>
                    <a:pt x="542333" y="889"/>
                  </a:cubicBezTo>
                  <a:close/>
                  <a:moveTo>
                    <a:pt x="584878" y="117348"/>
                  </a:moveTo>
                  <a:lnTo>
                    <a:pt x="584878" y="180848"/>
                  </a:lnTo>
                  <a:cubicBezTo>
                    <a:pt x="584878" y="189611"/>
                    <a:pt x="577766" y="196723"/>
                    <a:pt x="569003" y="196723"/>
                  </a:cubicBezTo>
                  <a:cubicBezTo>
                    <a:pt x="560240" y="196723"/>
                    <a:pt x="553128" y="189611"/>
                    <a:pt x="553128" y="180848"/>
                  </a:cubicBezTo>
                  <a:lnTo>
                    <a:pt x="553128" y="117348"/>
                  </a:lnTo>
                  <a:cubicBezTo>
                    <a:pt x="553128" y="108585"/>
                    <a:pt x="560240" y="101473"/>
                    <a:pt x="569003" y="101473"/>
                  </a:cubicBezTo>
                  <a:cubicBezTo>
                    <a:pt x="577766" y="101473"/>
                    <a:pt x="584878" y="108585"/>
                    <a:pt x="584878" y="117348"/>
                  </a:cubicBezTo>
                  <a:close/>
                  <a:moveTo>
                    <a:pt x="584878" y="244348"/>
                  </a:moveTo>
                  <a:lnTo>
                    <a:pt x="584878" y="307848"/>
                  </a:lnTo>
                  <a:cubicBezTo>
                    <a:pt x="584878" y="316611"/>
                    <a:pt x="577766" y="323723"/>
                    <a:pt x="569003" y="323723"/>
                  </a:cubicBezTo>
                  <a:cubicBezTo>
                    <a:pt x="560240" y="323723"/>
                    <a:pt x="553128" y="316611"/>
                    <a:pt x="553128" y="307848"/>
                  </a:cubicBezTo>
                  <a:lnTo>
                    <a:pt x="553128" y="244348"/>
                  </a:lnTo>
                  <a:cubicBezTo>
                    <a:pt x="553128" y="235585"/>
                    <a:pt x="560240" y="228473"/>
                    <a:pt x="569003" y="228473"/>
                  </a:cubicBezTo>
                  <a:cubicBezTo>
                    <a:pt x="577766" y="228473"/>
                    <a:pt x="584878" y="235585"/>
                    <a:pt x="584878" y="244348"/>
                  </a:cubicBezTo>
                  <a:close/>
                  <a:moveTo>
                    <a:pt x="584878" y="371348"/>
                  </a:moveTo>
                  <a:lnTo>
                    <a:pt x="584878" y="434848"/>
                  </a:lnTo>
                  <a:cubicBezTo>
                    <a:pt x="584878" y="443611"/>
                    <a:pt x="577766" y="450723"/>
                    <a:pt x="569003" y="450723"/>
                  </a:cubicBezTo>
                  <a:cubicBezTo>
                    <a:pt x="560240" y="450723"/>
                    <a:pt x="553128" y="443611"/>
                    <a:pt x="553128" y="434848"/>
                  </a:cubicBezTo>
                  <a:lnTo>
                    <a:pt x="553128" y="371348"/>
                  </a:lnTo>
                  <a:cubicBezTo>
                    <a:pt x="553128" y="362585"/>
                    <a:pt x="560240" y="355473"/>
                    <a:pt x="569003" y="355473"/>
                  </a:cubicBezTo>
                  <a:cubicBezTo>
                    <a:pt x="577766" y="355473"/>
                    <a:pt x="584878" y="362585"/>
                    <a:pt x="584878" y="371348"/>
                  </a:cubicBezTo>
                  <a:close/>
                  <a:moveTo>
                    <a:pt x="584878" y="498348"/>
                  </a:moveTo>
                  <a:lnTo>
                    <a:pt x="584878" y="561848"/>
                  </a:lnTo>
                  <a:cubicBezTo>
                    <a:pt x="584878" y="570611"/>
                    <a:pt x="577766" y="577723"/>
                    <a:pt x="569003" y="577723"/>
                  </a:cubicBezTo>
                  <a:cubicBezTo>
                    <a:pt x="560240" y="577723"/>
                    <a:pt x="553128" y="570611"/>
                    <a:pt x="553128" y="561848"/>
                  </a:cubicBezTo>
                  <a:lnTo>
                    <a:pt x="553128" y="498348"/>
                  </a:lnTo>
                  <a:cubicBezTo>
                    <a:pt x="553128" y="489585"/>
                    <a:pt x="560240" y="482473"/>
                    <a:pt x="569003" y="482473"/>
                  </a:cubicBezTo>
                  <a:cubicBezTo>
                    <a:pt x="577766" y="482473"/>
                    <a:pt x="584878" y="489585"/>
                    <a:pt x="584878" y="498348"/>
                  </a:cubicBezTo>
                  <a:close/>
                  <a:moveTo>
                    <a:pt x="584878" y="625348"/>
                  </a:moveTo>
                  <a:lnTo>
                    <a:pt x="584878" y="688848"/>
                  </a:lnTo>
                  <a:cubicBezTo>
                    <a:pt x="584878" y="697611"/>
                    <a:pt x="577766" y="704723"/>
                    <a:pt x="569003" y="704723"/>
                  </a:cubicBezTo>
                  <a:cubicBezTo>
                    <a:pt x="560240" y="704723"/>
                    <a:pt x="553128" y="697611"/>
                    <a:pt x="553128" y="688848"/>
                  </a:cubicBezTo>
                  <a:lnTo>
                    <a:pt x="553128" y="625348"/>
                  </a:lnTo>
                  <a:cubicBezTo>
                    <a:pt x="553128" y="616585"/>
                    <a:pt x="560240" y="609473"/>
                    <a:pt x="569003" y="609473"/>
                  </a:cubicBezTo>
                  <a:cubicBezTo>
                    <a:pt x="577766" y="609473"/>
                    <a:pt x="584878" y="616585"/>
                    <a:pt x="584878" y="625348"/>
                  </a:cubicBezTo>
                  <a:close/>
                  <a:moveTo>
                    <a:pt x="584878" y="752348"/>
                  </a:moveTo>
                  <a:lnTo>
                    <a:pt x="584878" y="815848"/>
                  </a:lnTo>
                  <a:cubicBezTo>
                    <a:pt x="584878" y="824611"/>
                    <a:pt x="577766" y="831723"/>
                    <a:pt x="569003" y="831723"/>
                  </a:cubicBezTo>
                  <a:cubicBezTo>
                    <a:pt x="560240" y="831723"/>
                    <a:pt x="553128" y="824611"/>
                    <a:pt x="553128" y="815848"/>
                  </a:cubicBezTo>
                  <a:lnTo>
                    <a:pt x="553128" y="752348"/>
                  </a:lnTo>
                  <a:cubicBezTo>
                    <a:pt x="553128" y="743585"/>
                    <a:pt x="560240" y="736473"/>
                    <a:pt x="569003" y="736473"/>
                  </a:cubicBezTo>
                  <a:cubicBezTo>
                    <a:pt x="577766" y="736473"/>
                    <a:pt x="584878" y="743585"/>
                    <a:pt x="584878" y="752348"/>
                  </a:cubicBezTo>
                  <a:close/>
                  <a:moveTo>
                    <a:pt x="584878" y="879348"/>
                  </a:moveTo>
                  <a:lnTo>
                    <a:pt x="584878" y="942848"/>
                  </a:lnTo>
                  <a:cubicBezTo>
                    <a:pt x="584878" y="951611"/>
                    <a:pt x="577766" y="958723"/>
                    <a:pt x="569003" y="958723"/>
                  </a:cubicBezTo>
                  <a:cubicBezTo>
                    <a:pt x="560240" y="958723"/>
                    <a:pt x="553128" y="951611"/>
                    <a:pt x="553128" y="942848"/>
                  </a:cubicBezTo>
                  <a:lnTo>
                    <a:pt x="553128" y="879348"/>
                  </a:lnTo>
                  <a:cubicBezTo>
                    <a:pt x="553128" y="870585"/>
                    <a:pt x="560240" y="863473"/>
                    <a:pt x="569003" y="863473"/>
                  </a:cubicBezTo>
                  <a:cubicBezTo>
                    <a:pt x="577766" y="863473"/>
                    <a:pt x="584878" y="870585"/>
                    <a:pt x="584878" y="879348"/>
                  </a:cubicBezTo>
                  <a:close/>
                  <a:moveTo>
                    <a:pt x="584878" y="1006348"/>
                  </a:moveTo>
                  <a:lnTo>
                    <a:pt x="584878" y="1069848"/>
                  </a:lnTo>
                  <a:cubicBezTo>
                    <a:pt x="584878" y="1078611"/>
                    <a:pt x="577766" y="1085723"/>
                    <a:pt x="569003" y="1085723"/>
                  </a:cubicBezTo>
                  <a:cubicBezTo>
                    <a:pt x="560240" y="1085723"/>
                    <a:pt x="553128" y="1078611"/>
                    <a:pt x="553128" y="1069848"/>
                  </a:cubicBezTo>
                  <a:lnTo>
                    <a:pt x="553128" y="1006348"/>
                  </a:lnTo>
                  <a:cubicBezTo>
                    <a:pt x="553128" y="997585"/>
                    <a:pt x="560240" y="990473"/>
                    <a:pt x="569003" y="990473"/>
                  </a:cubicBezTo>
                  <a:cubicBezTo>
                    <a:pt x="577766" y="990473"/>
                    <a:pt x="584878" y="997585"/>
                    <a:pt x="584878" y="1006348"/>
                  </a:cubicBezTo>
                  <a:close/>
                  <a:moveTo>
                    <a:pt x="584878" y="1133348"/>
                  </a:moveTo>
                  <a:lnTo>
                    <a:pt x="584878" y="1196848"/>
                  </a:lnTo>
                  <a:cubicBezTo>
                    <a:pt x="584878" y="1205611"/>
                    <a:pt x="577766" y="1212723"/>
                    <a:pt x="569003" y="1212723"/>
                  </a:cubicBezTo>
                  <a:cubicBezTo>
                    <a:pt x="560240" y="1212723"/>
                    <a:pt x="553128" y="1205611"/>
                    <a:pt x="553128" y="1196848"/>
                  </a:cubicBezTo>
                  <a:lnTo>
                    <a:pt x="553128" y="1133348"/>
                  </a:lnTo>
                  <a:cubicBezTo>
                    <a:pt x="553128" y="1124585"/>
                    <a:pt x="560240" y="1117473"/>
                    <a:pt x="569003" y="1117473"/>
                  </a:cubicBezTo>
                  <a:cubicBezTo>
                    <a:pt x="577766" y="1117473"/>
                    <a:pt x="584878" y="1124585"/>
                    <a:pt x="584878" y="1133348"/>
                  </a:cubicBezTo>
                  <a:close/>
                  <a:moveTo>
                    <a:pt x="584878" y="1260348"/>
                  </a:moveTo>
                  <a:lnTo>
                    <a:pt x="584878" y="1323848"/>
                  </a:lnTo>
                  <a:cubicBezTo>
                    <a:pt x="584878" y="1332611"/>
                    <a:pt x="577766" y="1339723"/>
                    <a:pt x="569003" y="1339723"/>
                  </a:cubicBezTo>
                  <a:cubicBezTo>
                    <a:pt x="560240" y="1339723"/>
                    <a:pt x="553128" y="1332611"/>
                    <a:pt x="553128" y="1323848"/>
                  </a:cubicBezTo>
                  <a:lnTo>
                    <a:pt x="553128" y="1260348"/>
                  </a:lnTo>
                  <a:cubicBezTo>
                    <a:pt x="553128" y="1251585"/>
                    <a:pt x="560240" y="1244473"/>
                    <a:pt x="569003" y="1244473"/>
                  </a:cubicBezTo>
                  <a:cubicBezTo>
                    <a:pt x="577766" y="1244473"/>
                    <a:pt x="584878" y="1251585"/>
                    <a:pt x="584878" y="1260348"/>
                  </a:cubicBezTo>
                  <a:close/>
                  <a:moveTo>
                    <a:pt x="584878" y="1387348"/>
                  </a:moveTo>
                  <a:lnTo>
                    <a:pt x="584878" y="1450848"/>
                  </a:lnTo>
                  <a:cubicBezTo>
                    <a:pt x="584878" y="1459611"/>
                    <a:pt x="577766" y="1466723"/>
                    <a:pt x="569003" y="1466723"/>
                  </a:cubicBezTo>
                  <a:cubicBezTo>
                    <a:pt x="560240" y="1466723"/>
                    <a:pt x="553128" y="1459611"/>
                    <a:pt x="553128" y="1450848"/>
                  </a:cubicBezTo>
                  <a:lnTo>
                    <a:pt x="553128" y="1387348"/>
                  </a:lnTo>
                  <a:cubicBezTo>
                    <a:pt x="553128" y="1378585"/>
                    <a:pt x="560240" y="1371473"/>
                    <a:pt x="569003" y="1371473"/>
                  </a:cubicBezTo>
                  <a:cubicBezTo>
                    <a:pt x="577766" y="1371473"/>
                    <a:pt x="584878" y="1378585"/>
                    <a:pt x="584878" y="1387348"/>
                  </a:cubicBezTo>
                  <a:close/>
                  <a:moveTo>
                    <a:pt x="584878" y="1514348"/>
                  </a:moveTo>
                  <a:lnTo>
                    <a:pt x="584878" y="1577848"/>
                  </a:lnTo>
                  <a:cubicBezTo>
                    <a:pt x="584878" y="1586611"/>
                    <a:pt x="577766" y="1593723"/>
                    <a:pt x="569003" y="1593723"/>
                  </a:cubicBezTo>
                  <a:cubicBezTo>
                    <a:pt x="560240" y="1593723"/>
                    <a:pt x="553128" y="1586611"/>
                    <a:pt x="553128" y="1577848"/>
                  </a:cubicBezTo>
                  <a:lnTo>
                    <a:pt x="553128" y="1514348"/>
                  </a:lnTo>
                  <a:cubicBezTo>
                    <a:pt x="553128" y="1505585"/>
                    <a:pt x="560240" y="1498473"/>
                    <a:pt x="569003" y="1498473"/>
                  </a:cubicBezTo>
                  <a:cubicBezTo>
                    <a:pt x="577766" y="1498473"/>
                    <a:pt x="584878" y="1505585"/>
                    <a:pt x="584878" y="1514348"/>
                  </a:cubicBezTo>
                  <a:close/>
                  <a:moveTo>
                    <a:pt x="584878" y="1641348"/>
                  </a:moveTo>
                  <a:lnTo>
                    <a:pt x="584878" y="1704848"/>
                  </a:lnTo>
                  <a:cubicBezTo>
                    <a:pt x="584878" y="1713611"/>
                    <a:pt x="577766" y="1720723"/>
                    <a:pt x="569003" y="1720723"/>
                  </a:cubicBezTo>
                  <a:cubicBezTo>
                    <a:pt x="560240" y="1720723"/>
                    <a:pt x="553128" y="1713611"/>
                    <a:pt x="553128" y="1704848"/>
                  </a:cubicBezTo>
                  <a:lnTo>
                    <a:pt x="553128" y="1641348"/>
                  </a:lnTo>
                  <a:cubicBezTo>
                    <a:pt x="553128" y="1632585"/>
                    <a:pt x="560240" y="1625473"/>
                    <a:pt x="569003" y="1625473"/>
                  </a:cubicBezTo>
                  <a:cubicBezTo>
                    <a:pt x="577766" y="1625473"/>
                    <a:pt x="584878" y="1632585"/>
                    <a:pt x="584878" y="1641348"/>
                  </a:cubicBezTo>
                  <a:close/>
                  <a:moveTo>
                    <a:pt x="584878" y="1768348"/>
                  </a:moveTo>
                  <a:lnTo>
                    <a:pt x="584878" y="1831848"/>
                  </a:lnTo>
                  <a:cubicBezTo>
                    <a:pt x="584878" y="1840611"/>
                    <a:pt x="577766" y="1847723"/>
                    <a:pt x="569003" y="1847723"/>
                  </a:cubicBezTo>
                  <a:cubicBezTo>
                    <a:pt x="560240" y="1847723"/>
                    <a:pt x="553128" y="1840611"/>
                    <a:pt x="553128" y="1831848"/>
                  </a:cubicBezTo>
                  <a:lnTo>
                    <a:pt x="553128" y="1768348"/>
                  </a:lnTo>
                  <a:cubicBezTo>
                    <a:pt x="553128" y="1759585"/>
                    <a:pt x="560240" y="1752473"/>
                    <a:pt x="569003" y="1752473"/>
                  </a:cubicBezTo>
                  <a:cubicBezTo>
                    <a:pt x="577766" y="1752473"/>
                    <a:pt x="584878" y="1759585"/>
                    <a:pt x="584878" y="1768348"/>
                  </a:cubicBezTo>
                  <a:close/>
                  <a:moveTo>
                    <a:pt x="584878" y="1895348"/>
                  </a:moveTo>
                  <a:lnTo>
                    <a:pt x="584878" y="1958848"/>
                  </a:lnTo>
                  <a:cubicBezTo>
                    <a:pt x="584878" y="1967611"/>
                    <a:pt x="577766" y="1974723"/>
                    <a:pt x="569003" y="1974723"/>
                  </a:cubicBezTo>
                  <a:cubicBezTo>
                    <a:pt x="560240" y="1974723"/>
                    <a:pt x="553128" y="1967611"/>
                    <a:pt x="553128" y="1958848"/>
                  </a:cubicBezTo>
                  <a:lnTo>
                    <a:pt x="553128" y="1895348"/>
                  </a:lnTo>
                  <a:cubicBezTo>
                    <a:pt x="553128" y="1886585"/>
                    <a:pt x="560240" y="1879473"/>
                    <a:pt x="569003" y="1879473"/>
                  </a:cubicBezTo>
                  <a:cubicBezTo>
                    <a:pt x="577766" y="1879473"/>
                    <a:pt x="584878" y="1886585"/>
                    <a:pt x="584878" y="1895348"/>
                  </a:cubicBezTo>
                  <a:close/>
                  <a:moveTo>
                    <a:pt x="584878" y="2022348"/>
                  </a:moveTo>
                  <a:lnTo>
                    <a:pt x="584878" y="2085848"/>
                  </a:lnTo>
                  <a:cubicBezTo>
                    <a:pt x="584878" y="2094611"/>
                    <a:pt x="577766" y="2101723"/>
                    <a:pt x="569003" y="2101723"/>
                  </a:cubicBezTo>
                  <a:cubicBezTo>
                    <a:pt x="560240" y="2101723"/>
                    <a:pt x="553128" y="2094611"/>
                    <a:pt x="553128" y="2085848"/>
                  </a:cubicBezTo>
                  <a:lnTo>
                    <a:pt x="553128" y="2022348"/>
                  </a:lnTo>
                  <a:cubicBezTo>
                    <a:pt x="553128" y="2013585"/>
                    <a:pt x="560240" y="2006473"/>
                    <a:pt x="569003" y="2006473"/>
                  </a:cubicBezTo>
                  <a:cubicBezTo>
                    <a:pt x="577766" y="2006473"/>
                    <a:pt x="584878" y="2013585"/>
                    <a:pt x="584878" y="2022348"/>
                  </a:cubicBezTo>
                  <a:close/>
                  <a:moveTo>
                    <a:pt x="584878" y="2149348"/>
                  </a:moveTo>
                  <a:lnTo>
                    <a:pt x="584878" y="2212848"/>
                  </a:lnTo>
                  <a:cubicBezTo>
                    <a:pt x="584878" y="2221611"/>
                    <a:pt x="577766" y="2228723"/>
                    <a:pt x="569003" y="2228723"/>
                  </a:cubicBezTo>
                  <a:cubicBezTo>
                    <a:pt x="560240" y="2228723"/>
                    <a:pt x="553128" y="2221611"/>
                    <a:pt x="553128" y="2212848"/>
                  </a:cubicBezTo>
                  <a:lnTo>
                    <a:pt x="553128" y="2149348"/>
                  </a:lnTo>
                  <a:cubicBezTo>
                    <a:pt x="553128" y="2140585"/>
                    <a:pt x="560240" y="2133473"/>
                    <a:pt x="569003" y="2133473"/>
                  </a:cubicBezTo>
                  <a:cubicBezTo>
                    <a:pt x="577766" y="2133473"/>
                    <a:pt x="584878" y="2140585"/>
                    <a:pt x="584878" y="2149348"/>
                  </a:cubicBezTo>
                  <a:close/>
                  <a:moveTo>
                    <a:pt x="584878" y="2276348"/>
                  </a:moveTo>
                  <a:lnTo>
                    <a:pt x="584878" y="2339848"/>
                  </a:lnTo>
                  <a:cubicBezTo>
                    <a:pt x="584878" y="2348611"/>
                    <a:pt x="577766" y="2355723"/>
                    <a:pt x="569003" y="2355723"/>
                  </a:cubicBezTo>
                  <a:cubicBezTo>
                    <a:pt x="560240" y="2355723"/>
                    <a:pt x="553128" y="2348611"/>
                    <a:pt x="553128" y="2339848"/>
                  </a:cubicBezTo>
                  <a:lnTo>
                    <a:pt x="553128" y="2276348"/>
                  </a:lnTo>
                  <a:cubicBezTo>
                    <a:pt x="553128" y="2267585"/>
                    <a:pt x="560240" y="2260473"/>
                    <a:pt x="569003" y="2260473"/>
                  </a:cubicBezTo>
                  <a:cubicBezTo>
                    <a:pt x="577766" y="2260473"/>
                    <a:pt x="584878" y="2267585"/>
                    <a:pt x="584878" y="2276348"/>
                  </a:cubicBezTo>
                  <a:close/>
                  <a:moveTo>
                    <a:pt x="584878" y="2403348"/>
                  </a:moveTo>
                  <a:lnTo>
                    <a:pt x="584878" y="2466848"/>
                  </a:lnTo>
                  <a:cubicBezTo>
                    <a:pt x="584878" y="2475611"/>
                    <a:pt x="577766" y="2482723"/>
                    <a:pt x="569003" y="2482723"/>
                  </a:cubicBezTo>
                  <a:cubicBezTo>
                    <a:pt x="560240" y="2482723"/>
                    <a:pt x="553128" y="2475611"/>
                    <a:pt x="553128" y="2466848"/>
                  </a:cubicBezTo>
                  <a:lnTo>
                    <a:pt x="553128" y="2403348"/>
                  </a:lnTo>
                  <a:cubicBezTo>
                    <a:pt x="553128" y="2394585"/>
                    <a:pt x="560240" y="2387473"/>
                    <a:pt x="569003" y="2387473"/>
                  </a:cubicBezTo>
                  <a:cubicBezTo>
                    <a:pt x="577766" y="2387473"/>
                    <a:pt x="584878" y="2394585"/>
                    <a:pt x="584878" y="2403348"/>
                  </a:cubicBezTo>
                  <a:close/>
                  <a:moveTo>
                    <a:pt x="584878" y="2530348"/>
                  </a:moveTo>
                  <a:lnTo>
                    <a:pt x="584878" y="2593848"/>
                  </a:lnTo>
                  <a:cubicBezTo>
                    <a:pt x="584878" y="2602611"/>
                    <a:pt x="577766" y="2609723"/>
                    <a:pt x="569003" y="2609723"/>
                  </a:cubicBezTo>
                  <a:cubicBezTo>
                    <a:pt x="560240" y="2609723"/>
                    <a:pt x="553128" y="2602611"/>
                    <a:pt x="553128" y="2593848"/>
                  </a:cubicBezTo>
                  <a:lnTo>
                    <a:pt x="553128" y="2530348"/>
                  </a:lnTo>
                  <a:cubicBezTo>
                    <a:pt x="553128" y="2521585"/>
                    <a:pt x="560240" y="2514473"/>
                    <a:pt x="569003" y="2514473"/>
                  </a:cubicBezTo>
                  <a:cubicBezTo>
                    <a:pt x="577766" y="2514473"/>
                    <a:pt x="584878" y="2521585"/>
                    <a:pt x="584878" y="2530348"/>
                  </a:cubicBezTo>
                  <a:close/>
                  <a:moveTo>
                    <a:pt x="584878" y="2657348"/>
                  </a:moveTo>
                  <a:lnTo>
                    <a:pt x="584878" y="2720848"/>
                  </a:lnTo>
                  <a:cubicBezTo>
                    <a:pt x="584878" y="2729611"/>
                    <a:pt x="577766" y="2736723"/>
                    <a:pt x="569003" y="2736723"/>
                  </a:cubicBezTo>
                  <a:cubicBezTo>
                    <a:pt x="560240" y="2736723"/>
                    <a:pt x="553128" y="2729611"/>
                    <a:pt x="553128" y="2720848"/>
                  </a:cubicBezTo>
                  <a:lnTo>
                    <a:pt x="553128" y="2657348"/>
                  </a:lnTo>
                  <a:cubicBezTo>
                    <a:pt x="553128" y="2648585"/>
                    <a:pt x="560240" y="2641473"/>
                    <a:pt x="569003" y="2641473"/>
                  </a:cubicBezTo>
                  <a:cubicBezTo>
                    <a:pt x="577766" y="2641473"/>
                    <a:pt x="584878" y="2648585"/>
                    <a:pt x="584878" y="2657348"/>
                  </a:cubicBezTo>
                  <a:close/>
                  <a:moveTo>
                    <a:pt x="584878" y="2784348"/>
                  </a:moveTo>
                  <a:lnTo>
                    <a:pt x="584878" y="2847848"/>
                  </a:lnTo>
                  <a:cubicBezTo>
                    <a:pt x="584878" y="2856611"/>
                    <a:pt x="577766" y="2863723"/>
                    <a:pt x="569003" y="2863723"/>
                  </a:cubicBezTo>
                  <a:cubicBezTo>
                    <a:pt x="560240" y="2863723"/>
                    <a:pt x="553128" y="2856611"/>
                    <a:pt x="553128" y="2847848"/>
                  </a:cubicBezTo>
                  <a:lnTo>
                    <a:pt x="553128" y="2784348"/>
                  </a:lnTo>
                  <a:cubicBezTo>
                    <a:pt x="553128" y="2775585"/>
                    <a:pt x="560240" y="2768473"/>
                    <a:pt x="569003" y="2768473"/>
                  </a:cubicBezTo>
                  <a:cubicBezTo>
                    <a:pt x="577766" y="2768473"/>
                    <a:pt x="584878" y="2775585"/>
                    <a:pt x="584878" y="2784348"/>
                  </a:cubicBezTo>
                  <a:close/>
                  <a:moveTo>
                    <a:pt x="584878" y="2911348"/>
                  </a:moveTo>
                  <a:lnTo>
                    <a:pt x="584878" y="2974848"/>
                  </a:lnTo>
                  <a:cubicBezTo>
                    <a:pt x="584878" y="2983611"/>
                    <a:pt x="577766" y="2990723"/>
                    <a:pt x="569003" y="2990723"/>
                  </a:cubicBezTo>
                  <a:cubicBezTo>
                    <a:pt x="560240" y="2990723"/>
                    <a:pt x="553128" y="2983611"/>
                    <a:pt x="553128" y="2974848"/>
                  </a:cubicBezTo>
                  <a:lnTo>
                    <a:pt x="553128" y="2911348"/>
                  </a:lnTo>
                  <a:cubicBezTo>
                    <a:pt x="553128" y="2902585"/>
                    <a:pt x="560240" y="2895473"/>
                    <a:pt x="569003" y="2895473"/>
                  </a:cubicBezTo>
                  <a:cubicBezTo>
                    <a:pt x="577766" y="2895473"/>
                    <a:pt x="584878" y="2902585"/>
                    <a:pt x="584878" y="2911348"/>
                  </a:cubicBezTo>
                  <a:close/>
                  <a:moveTo>
                    <a:pt x="584878" y="3038348"/>
                  </a:moveTo>
                  <a:lnTo>
                    <a:pt x="584878" y="3101848"/>
                  </a:lnTo>
                  <a:cubicBezTo>
                    <a:pt x="584878" y="3110611"/>
                    <a:pt x="577766" y="3117723"/>
                    <a:pt x="569003" y="3117723"/>
                  </a:cubicBezTo>
                  <a:cubicBezTo>
                    <a:pt x="560240" y="3117723"/>
                    <a:pt x="553128" y="3110611"/>
                    <a:pt x="553128" y="3101848"/>
                  </a:cubicBezTo>
                  <a:lnTo>
                    <a:pt x="553128" y="3038348"/>
                  </a:lnTo>
                  <a:cubicBezTo>
                    <a:pt x="553128" y="3029585"/>
                    <a:pt x="560240" y="3022473"/>
                    <a:pt x="569003" y="3022473"/>
                  </a:cubicBezTo>
                  <a:cubicBezTo>
                    <a:pt x="577766" y="3022473"/>
                    <a:pt x="584878" y="3029585"/>
                    <a:pt x="584878" y="3038348"/>
                  </a:cubicBezTo>
                  <a:close/>
                  <a:moveTo>
                    <a:pt x="584878" y="3165348"/>
                  </a:moveTo>
                  <a:lnTo>
                    <a:pt x="584878" y="3228848"/>
                  </a:lnTo>
                  <a:cubicBezTo>
                    <a:pt x="584878" y="3237611"/>
                    <a:pt x="577766" y="3244723"/>
                    <a:pt x="569003" y="3244723"/>
                  </a:cubicBezTo>
                  <a:cubicBezTo>
                    <a:pt x="560240" y="3244723"/>
                    <a:pt x="553128" y="3237611"/>
                    <a:pt x="553128" y="3228848"/>
                  </a:cubicBezTo>
                  <a:lnTo>
                    <a:pt x="553128" y="3165348"/>
                  </a:lnTo>
                  <a:cubicBezTo>
                    <a:pt x="553128" y="3156585"/>
                    <a:pt x="560240" y="3149473"/>
                    <a:pt x="569003" y="3149473"/>
                  </a:cubicBezTo>
                  <a:cubicBezTo>
                    <a:pt x="577766" y="3149473"/>
                    <a:pt x="584878" y="3156585"/>
                    <a:pt x="584878" y="3165348"/>
                  </a:cubicBezTo>
                  <a:close/>
                  <a:moveTo>
                    <a:pt x="584878" y="3292348"/>
                  </a:moveTo>
                  <a:lnTo>
                    <a:pt x="584878" y="3355848"/>
                  </a:lnTo>
                  <a:cubicBezTo>
                    <a:pt x="584878" y="3364611"/>
                    <a:pt x="577766" y="3371723"/>
                    <a:pt x="569003" y="3371723"/>
                  </a:cubicBezTo>
                  <a:cubicBezTo>
                    <a:pt x="560240" y="3371723"/>
                    <a:pt x="553128" y="3364611"/>
                    <a:pt x="553128" y="3355848"/>
                  </a:cubicBezTo>
                  <a:lnTo>
                    <a:pt x="553128" y="3292348"/>
                  </a:lnTo>
                  <a:cubicBezTo>
                    <a:pt x="553128" y="3283585"/>
                    <a:pt x="560240" y="3276473"/>
                    <a:pt x="569003" y="3276473"/>
                  </a:cubicBezTo>
                  <a:cubicBezTo>
                    <a:pt x="577766" y="3276473"/>
                    <a:pt x="584878" y="3283585"/>
                    <a:pt x="584878" y="3292348"/>
                  </a:cubicBezTo>
                  <a:close/>
                  <a:moveTo>
                    <a:pt x="584878" y="3419348"/>
                  </a:moveTo>
                  <a:lnTo>
                    <a:pt x="584878" y="3482848"/>
                  </a:lnTo>
                  <a:cubicBezTo>
                    <a:pt x="584878" y="3491611"/>
                    <a:pt x="577766" y="3498723"/>
                    <a:pt x="569003" y="3498723"/>
                  </a:cubicBezTo>
                  <a:cubicBezTo>
                    <a:pt x="560240" y="3498723"/>
                    <a:pt x="553128" y="3491611"/>
                    <a:pt x="553128" y="3482848"/>
                  </a:cubicBezTo>
                  <a:lnTo>
                    <a:pt x="553128" y="3419348"/>
                  </a:lnTo>
                  <a:cubicBezTo>
                    <a:pt x="553128" y="3410585"/>
                    <a:pt x="560240" y="3403473"/>
                    <a:pt x="569003" y="3403473"/>
                  </a:cubicBezTo>
                  <a:cubicBezTo>
                    <a:pt x="577766" y="3403473"/>
                    <a:pt x="584878" y="3410585"/>
                    <a:pt x="584878" y="3419348"/>
                  </a:cubicBezTo>
                  <a:close/>
                  <a:moveTo>
                    <a:pt x="584878" y="3546348"/>
                  </a:moveTo>
                  <a:lnTo>
                    <a:pt x="584878" y="3609848"/>
                  </a:lnTo>
                  <a:cubicBezTo>
                    <a:pt x="584878" y="3618611"/>
                    <a:pt x="577766" y="3625723"/>
                    <a:pt x="569003" y="3625723"/>
                  </a:cubicBezTo>
                  <a:cubicBezTo>
                    <a:pt x="560240" y="3625723"/>
                    <a:pt x="553128" y="3618611"/>
                    <a:pt x="553128" y="3609848"/>
                  </a:cubicBezTo>
                  <a:lnTo>
                    <a:pt x="553128" y="3546348"/>
                  </a:lnTo>
                  <a:cubicBezTo>
                    <a:pt x="553128" y="3537585"/>
                    <a:pt x="560240" y="3530473"/>
                    <a:pt x="569003" y="3530473"/>
                  </a:cubicBezTo>
                  <a:cubicBezTo>
                    <a:pt x="577766" y="3530473"/>
                    <a:pt x="584878" y="3537585"/>
                    <a:pt x="584878" y="3546348"/>
                  </a:cubicBezTo>
                  <a:close/>
                  <a:moveTo>
                    <a:pt x="584878" y="3673348"/>
                  </a:moveTo>
                  <a:lnTo>
                    <a:pt x="584878" y="3736848"/>
                  </a:lnTo>
                  <a:cubicBezTo>
                    <a:pt x="584878" y="3745611"/>
                    <a:pt x="577766" y="3752723"/>
                    <a:pt x="569003" y="3752723"/>
                  </a:cubicBezTo>
                  <a:cubicBezTo>
                    <a:pt x="560240" y="3752723"/>
                    <a:pt x="553128" y="3745611"/>
                    <a:pt x="553128" y="3736848"/>
                  </a:cubicBezTo>
                  <a:lnTo>
                    <a:pt x="553128" y="3673348"/>
                  </a:lnTo>
                  <a:cubicBezTo>
                    <a:pt x="553128" y="3664585"/>
                    <a:pt x="560240" y="3657473"/>
                    <a:pt x="569003" y="3657473"/>
                  </a:cubicBezTo>
                  <a:cubicBezTo>
                    <a:pt x="577766" y="3657473"/>
                    <a:pt x="584878" y="3664585"/>
                    <a:pt x="584878" y="3673348"/>
                  </a:cubicBezTo>
                  <a:close/>
                  <a:moveTo>
                    <a:pt x="584878" y="3800348"/>
                  </a:moveTo>
                  <a:lnTo>
                    <a:pt x="584878" y="3863848"/>
                  </a:lnTo>
                  <a:cubicBezTo>
                    <a:pt x="584878" y="3872611"/>
                    <a:pt x="577766" y="3879723"/>
                    <a:pt x="569003" y="3879723"/>
                  </a:cubicBezTo>
                  <a:cubicBezTo>
                    <a:pt x="560240" y="3879723"/>
                    <a:pt x="553128" y="3872611"/>
                    <a:pt x="553128" y="3863848"/>
                  </a:cubicBezTo>
                  <a:lnTo>
                    <a:pt x="553128" y="3800348"/>
                  </a:lnTo>
                  <a:cubicBezTo>
                    <a:pt x="553128" y="3791585"/>
                    <a:pt x="560240" y="3784473"/>
                    <a:pt x="569003" y="3784473"/>
                  </a:cubicBezTo>
                  <a:cubicBezTo>
                    <a:pt x="577766" y="3784473"/>
                    <a:pt x="584878" y="3791585"/>
                    <a:pt x="584878" y="3800348"/>
                  </a:cubicBezTo>
                  <a:close/>
                  <a:moveTo>
                    <a:pt x="584878" y="3927348"/>
                  </a:moveTo>
                  <a:lnTo>
                    <a:pt x="584878" y="3990848"/>
                  </a:lnTo>
                  <a:cubicBezTo>
                    <a:pt x="584878" y="3999611"/>
                    <a:pt x="577766" y="4006723"/>
                    <a:pt x="569003" y="4006723"/>
                  </a:cubicBezTo>
                  <a:cubicBezTo>
                    <a:pt x="560240" y="4006723"/>
                    <a:pt x="553128" y="3999611"/>
                    <a:pt x="553128" y="3990848"/>
                  </a:cubicBezTo>
                  <a:lnTo>
                    <a:pt x="553128" y="3927348"/>
                  </a:lnTo>
                  <a:cubicBezTo>
                    <a:pt x="553128" y="3918585"/>
                    <a:pt x="560240" y="3911473"/>
                    <a:pt x="569003" y="3911473"/>
                  </a:cubicBezTo>
                  <a:cubicBezTo>
                    <a:pt x="577766" y="3911473"/>
                    <a:pt x="584878" y="3918585"/>
                    <a:pt x="584878" y="3927348"/>
                  </a:cubicBezTo>
                  <a:close/>
                  <a:moveTo>
                    <a:pt x="584878" y="4054348"/>
                  </a:moveTo>
                  <a:lnTo>
                    <a:pt x="584878" y="4117848"/>
                  </a:lnTo>
                  <a:cubicBezTo>
                    <a:pt x="584878" y="4126611"/>
                    <a:pt x="577766" y="4133723"/>
                    <a:pt x="569003" y="4133723"/>
                  </a:cubicBezTo>
                  <a:cubicBezTo>
                    <a:pt x="560240" y="4133723"/>
                    <a:pt x="553128" y="4126611"/>
                    <a:pt x="553128" y="4117848"/>
                  </a:cubicBezTo>
                  <a:lnTo>
                    <a:pt x="553128" y="4054348"/>
                  </a:lnTo>
                  <a:cubicBezTo>
                    <a:pt x="553128" y="4045585"/>
                    <a:pt x="560240" y="4038473"/>
                    <a:pt x="569003" y="4038473"/>
                  </a:cubicBezTo>
                  <a:cubicBezTo>
                    <a:pt x="577766" y="4038473"/>
                    <a:pt x="584878" y="4045585"/>
                    <a:pt x="584878" y="4054348"/>
                  </a:cubicBezTo>
                  <a:close/>
                  <a:moveTo>
                    <a:pt x="584878" y="4181348"/>
                  </a:moveTo>
                  <a:lnTo>
                    <a:pt x="584878" y="4244848"/>
                  </a:lnTo>
                  <a:cubicBezTo>
                    <a:pt x="584878" y="4253611"/>
                    <a:pt x="577766" y="4260723"/>
                    <a:pt x="569003" y="4260723"/>
                  </a:cubicBezTo>
                  <a:cubicBezTo>
                    <a:pt x="560240" y="4260723"/>
                    <a:pt x="553128" y="4253611"/>
                    <a:pt x="553128" y="4244848"/>
                  </a:cubicBezTo>
                  <a:lnTo>
                    <a:pt x="553128" y="4181348"/>
                  </a:lnTo>
                  <a:cubicBezTo>
                    <a:pt x="553128" y="4172585"/>
                    <a:pt x="560240" y="4165473"/>
                    <a:pt x="569003" y="4165473"/>
                  </a:cubicBezTo>
                  <a:cubicBezTo>
                    <a:pt x="577766" y="4165473"/>
                    <a:pt x="584878" y="4172585"/>
                    <a:pt x="584878" y="4181348"/>
                  </a:cubicBezTo>
                  <a:close/>
                  <a:moveTo>
                    <a:pt x="584878" y="4308348"/>
                  </a:moveTo>
                  <a:lnTo>
                    <a:pt x="584878" y="4371848"/>
                  </a:lnTo>
                  <a:cubicBezTo>
                    <a:pt x="584878" y="4380611"/>
                    <a:pt x="577766" y="4387723"/>
                    <a:pt x="569003" y="4387723"/>
                  </a:cubicBezTo>
                  <a:cubicBezTo>
                    <a:pt x="560240" y="4387723"/>
                    <a:pt x="553128" y="4380611"/>
                    <a:pt x="553128" y="4371848"/>
                  </a:cubicBezTo>
                  <a:lnTo>
                    <a:pt x="553128" y="4308348"/>
                  </a:lnTo>
                  <a:cubicBezTo>
                    <a:pt x="553128" y="4299585"/>
                    <a:pt x="560240" y="4292473"/>
                    <a:pt x="569003" y="4292473"/>
                  </a:cubicBezTo>
                  <a:cubicBezTo>
                    <a:pt x="577766" y="4292473"/>
                    <a:pt x="584878" y="4299585"/>
                    <a:pt x="584878" y="4308348"/>
                  </a:cubicBezTo>
                  <a:close/>
                  <a:moveTo>
                    <a:pt x="584878" y="4435348"/>
                  </a:moveTo>
                  <a:lnTo>
                    <a:pt x="584878" y="4498848"/>
                  </a:lnTo>
                  <a:cubicBezTo>
                    <a:pt x="584878" y="4507611"/>
                    <a:pt x="577766" y="4514723"/>
                    <a:pt x="569003" y="4514723"/>
                  </a:cubicBezTo>
                  <a:cubicBezTo>
                    <a:pt x="560240" y="4514723"/>
                    <a:pt x="553128" y="4507611"/>
                    <a:pt x="553128" y="4498848"/>
                  </a:cubicBezTo>
                  <a:lnTo>
                    <a:pt x="553128" y="4435348"/>
                  </a:lnTo>
                  <a:cubicBezTo>
                    <a:pt x="553128" y="4426585"/>
                    <a:pt x="560240" y="4419473"/>
                    <a:pt x="569003" y="4419473"/>
                  </a:cubicBezTo>
                  <a:cubicBezTo>
                    <a:pt x="577766" y="4419473"/>
                    <a:pt x="584878" y="4426585"/>
                    <a:pt x="584878" y="4435348"/>
                  </a:cubicBezTo>
                  <a:close/>
                  <a:moveTo>
                    <a:pt x="584878" y="4562348"/>
                  </a:moveTo>
                  <a:lnTo>
                    <a:pt x="584878" y="4625848"/>
                  </a:lnTo>
                  <a:cubicBezTo>
                    <a:pt x="584878" y="4634611"/>
                    <a:pt x="577766" y="4641723"/>
                    <a:pt x="569003" y="4641723"/>
                  </a:cubicBezTo>
                  <a:cubicBezTo>
                    <a:pt x="560240" y="4641723"/>
                    <a:pt x="553128" y="4634611"/>
                    <a:pt x="553128" y="4625848"/>
                  </a:cubicBezTo>
                  <a:lnTo>
                    <a:pt x="553128" y="4562348"/>
                  </a:lnTo>
                  <a:cubicBezTo>
                    <a:pt x="553128" y="4553585"/>
                    <a:pt x="560240" y="4546473"/>
                    <a:pt x="569003" y="4546473"/>
                  </a:cubicBezTo>
                  <a:cubicBezTo>
                    <a:pt x="577766" y="4546473"/>
                    <a:pt x="584878" y="4553585"/>
                    <a:pt x="584878" y="4562348"/>
                  </a:cubicBezTo>
                  <a:close/>
                  <a:moveTo>
                    <a:pt x="584878" y="4689348"/>
                  </a:moveTo>
                  <a:lnTo>
                    <a:pt x="584878" y="4752848"/>
                  </a:lnTo>
                  <a:cubicBezTo>
                    <a:pt x="584878" y="4761611"/>
                    <a:pt x="577766" y="4768723"/>
                    <a:pt x="569003" y="4768723"/>
                  </a:cubicBezTo>
                  <a:cubicBezTo>
                    <a:pt x="560240" y="4768723"/>
                    <a:pt x="553128" y="4761611"/>
                    <a:pt x="553128" y="4752848"/>
                  </a:cubicBezTo>
                  <a:lnTo>
                    <a:pt x="553128" y="4689348"/>
                  </a:lnTo>
                  <a:cubicBezTo>
                    <a:pt x="553128" y="4680585"/>
                    <a:pt x="560240" y="4673473"/>
                    <a:pt x="569003" y="4673473"/>
                  </a:cubicBezTo>
                  <a:cubicBezTo>
                    <a:pt x="577766" y="4673473"/>
                    <a:pt x="584878" y="4680585"/>
                    <a:pt x="584878" y="4689348"/>
                  </a:cubicBezTo>
                  <a:close/>
                  <a:moveTo>
                    <a:pt x="584878" y="4816348"/>
                  </a:moveTo>
                  <a:lnTo>
                    <a:pt x="584878" y="4879848"/>
                  </a:lnTo>
                  <a:cubicBezTo>
                    <a:pt x="584878" y="4888611"/>
                    <a:pt x="577766" y="4895723"/>
                    <a:pt x="569003" y="4895723"/>
                  </a:cubicBezTo>
                  <a:cubicBezTo>
                    <a:pt x="560240" y="4895723"/>
                    <a:pt x="553128" y="4888611"/>
                    <a:pt x="553128" y="4879848"/>
                  </a:cubicBezTo>
                  <a:lnTo>
                    <a:pt x="553128" y="4816348"/>
                  </a:lnTo>
                  <a:cubicBezTo>
                    <a:pt x="553128" y="4807585"/>
                    <a:pt x="560240" y="4800473"/>
                    <a:pt x="569003" y="4800473"/>
                  </a:cubicBezTo>
                  <a:cubicBezTo>
                    <a:pt x="577766" y="4800473"/>
                    <a:pt x="584878" y="4807585"/>
                    <a:pt x="584878" y="4816348"/>
                  </a:cubicBezTo>
                  <a:close/>
                  <a:moveTo>
                    <a:pt x="584878" y="4943348"/>
                  </a:moveTo>
                  <a:lnTo>
                    <a:pt x="584878" y="5006848"/>
                  </a:lnTo>
                  <a:cubicBezTo>
                    <a:pt x="584878" y="5015611"/>
                    <a:pt x="577766" y="5022723"/>
                    <a:pt x="569003" y="5022723"/>
                  </a:cubicBezTo>
                  <a:cubicBezTo>
                    <a:pt x="560240" y="5022723"/>
                    <a:pt x="553128" y="5015611"/>
                    <a:pt x="553128" y="5006848"/>
                  </a:cubicBezTo>
                  <a:lnTo>
                    <a:pt x="553128" y="4943348"/>
                  </a:lnTo>
                  <a:cubicBezTo>
                    <a:pt x="553128" y="4934585"/>
                    <a:pt x="560240" y="4927473"/>
                    <a:pt x="569003" y="4927473"/>
                  </a:cubicBezTo>
                  <a:cubicBezTo>
                    <a:pt x="577766" y="4927473"/>
                    <a:pt x="584878" y="4934585"/>
                    <a:pt x="584878" y="4943348"/>
                  </a:cubicBezTo>
                  <a:close/>
                  <a:moveTo>
                    <a:pt x="584878" y="5070348"/>
                  </a:moveTo>
                  <a:lnTo>
                    <a:pt x="584878" y="5133848"/>
                  </a:lnTo>
                  <a:cubicBezTo>
                    <a:pt x="584878" y="5142611"/>
                    <a:pt x="577766" y="5149723"/>
                    <a:pt x="569003" y="5149723"/>
                  </a:cubicBezTo>
                  <a:cubicBezTo>
                    <a:pt x="560240" y="5149723"/>
                    <a:pt x="553128" y="5142611"/>
                    <a:pt x="553128" y="5133848"/>
                  </a:cubicBezTo>
                  <a:lnTo>
                    <a:pt x="553128" y="5070348"/>
                  </a:lnTo>
                  <a:cubicBezTo>
                    <a:pt x="553128" y="5061585"/>
                    <a:pt x="560240" y="5054473"/>
                    <a:pt x="569003" y="5054473"/>
                  </a:cubicBezTo>
                  <a:cubicBezTo>
                    <a:pt x="577766" y="5054473"/>
                    <a:pt x="584878" y="5061585"/>
                    <a:pt x="584878" y="5070348"/>
                  </a:cubicBezTo>
                  <a:close/>
                  <a:moveTo>
                    <a:pt x="584878" y="5197348"/>
                  </a:moveTo>
                  <a:lnTo>
                    <a:pt x="584878" y="5260848"/>
                  </a:lnTo>
                  <a:cubicBezTo>
                    <a:pt x="584878" y="5269611"/>
                    <a:pt x="577766" y="5276723"/>
                    <a:pt x="569003" y="5276723"/>
                  </a:cubicBezTo>
                  <a:cubicBezTo>
                    <a:pt x="560240" y="5276723"/>
                    <a:pt x="553128" y="5269611"/>
                    <a:pt x="553128" y="5260848"/>
                  </a:cubicBezTo>
                  <a:lnTo>
                    <a:pt x="553128" y="5197348"/>
                  </a:lnTo>
                  <a:cubicBezTo>
                    <a:pt x="553128" y="5188585"/>
                    <a:pt x="560240" y="5181473"/>
                    <a:pt x="569003" y="5181473"/>
                  </a:cubicBezTo>
                  <a:cubicBezTo>
                    <a:pt x="577766" y="5181473"/>
                    <a:pt x="584878" y="5188585"/>
                    <a:pt x="584878" y="5197348"/>
                  </a:cubicBezTo>
                  <a:close/>
                  <a:moveTo>
                    <a:pt x="584878" y="5324348"/>
                  </a:moveTo>
                  <a:lnTo>
                    <a:pt x="584878" y="5387848"/>
                  </a:lnTo>
                  <a:cubicBezTo>
                    <a:pt x="584878" y="5396611"/>
                    <a:pt x="577766" y="5403723"/>
                    <a:pt x="569003" y="5403723"/>
                  </a:cubicBezTo>
                  <a:cubicBezTo>
                    <a:pt x="560240" y="5403723"/>
                    <a:pt x="553128" y="5396611"/>
                    <a:pt x="553128" y="5387848"/>
                  </a:cubicBezTo>
                  <a:lnTo>
                    <a:pt x="553128" y="5324348"/>
                  </a:lnTo>
                  <a:cubicBezTo>
                    <a:pt x="553128" y="5315585"/>
                    <a:pt x="560240" y="5308473"/>
                    <a:pt x="569003" y="5308473"/>
                  </a:cubicBezTo>
                  <a:cubicBezTo>
                    <a:pt x="577766" y="5308473"/>
                    <a:pt x="584878" y="5315585"/>
                    <a:pt x="584878" y="5324348"/>
                  </a:cubicBezTo>
                  <a:close/>
                  <a:moveTo>
                    <a:pt x="584878" y="5451348"/>
                  </a:moveTo>
                  <a:lnTo>
                    <a:pt x="584878" y="5514848"/>
                  </a:lnTo>
                  <a:cubicBezTo>
                    <a:pt x="584878" y="5523611"/>
                    <a:pt x="577766" y="5530723"/>
                    <a:pt x="569003" y="5530723"/>
                  </a:cubicBezTo>
                  <a:cubicBezTo>
                    <a:pt x="560240" y="5530723"/>
                    <a:pt x="553128" y="5523611"/>
                    <a:pt x="553128" y="5514848"/>
                  </a:cubicBezTo>
                  <a:lnTo>
                    <a:pt x="553128" y="5451348"/>
                  </a:lnTo>
                  <a:cubicBezTo>
                    <a:pt x="553128" y="5442585"/>
                    <a:pt x="560240" y="5435473"/>
                    <a:pt x="569003" y="5435473"/>
                  </a:cubicBezTo>
                  <a:cubicBezTo>
                    <a:pt x="577766" y="5435473"/>
                    <a:pt x="584878" y="5442585"/>
                    <a:pt x="584878" y="5451348"/>
                  </a:cubicBezTo>
                  <a:close/>
                  <a:moveTo>
                    <a:pt x="584878" y="5578348"/>
                  </a:moveTo>
                  <a:lnTo>
                    <a:pt x="584878" y="5641848"/>
                  </a:lnTo>
                  <a:cubicBezTo>
                    <a:pt x="584878" y="5650611"/>
                    <a:pt x="577766" y="5657723"/>
                    <a:pt x="569003" y="5657723"/>
                  </a:cubicBezTo>
                  <a:cubicBezTo>
                    <a:pt x="560240" y="5657723"/>
                    <a:pt x="553128" y="5650611"/>
                    <a:pt x="553128" y="5641848"/>
                  </a:cubicBezTo>
                  <a:lnTo>
                    <a:pt x="553128" y="5578348"/>
                  </a:lnTo>
                  <a:cubicBezTo>
                    <a:pt x="553128" y="5569585"/>
                    <a:pt x="560240" y="5562473"/>
                    <a:pt x="569003" y="5562473"/>
                  </a:cubicBezTo>
                  <a:cubicBezTo>
                    <a:pt x="577766" y="5562473"/>
                    <a:pt x="584878" y="5569585"/>
                    <a:pt x="584878" y="5578348"/>
                  </a:cubicBezTo>
                  <a:close/>
                  <a:moveTo>
                    <a:pt x="569003" y="5686552"/>
                  </a:moveTo>
                  <a:cubicBezTo>
                    <a:pt x="546397" y="5686552"/>
                    <a:pt x="524299" y="5684520"/>
                    <a:pt x="502963" y="5680837"/>
                  </a:cubicBezTo>
                  <a:cubicBezTo>
                    <a:pt x="494327" y="5679313"/>
                    <a:pt x="488612" y="5671058"/>
                    <a:pt x="490136" y="5662422"/>
                  </a:cubicBezTo>
                  <a:cubicBezTo>
                    <a:pt x="491660" y="5653786"/>
                    <a:pt x="499915" y="5648071"/>
                    <a:pt x="508551" y="5649595"/>
                  </a:cubicBezTo>
                  <a:cubicBezTo>
                    <a:pt x="527982" y="5653024"/>
                    <a:pt x="548302" y="5654802"/>
                    <a:pt x="569130" y="5654802"/>
                  </a:cubicBezTo>
                  <a:cubicBezTo>
                    <a:pt x="577893" y="5654802"/>
                    <a:pt x="585005" y="5661914"/>
                    <a:pt x="585005" y="5670677"/>
                  </a:cubicBezTo>
                  <a:cubicBezTo>
                    <a:pt x="585005" y="5679440"/>
                    <a:pt x="577893" y="5686552"/>
                    <a:pt x="569130" y="5686552"/>
                  </a:cubicBezTo>
                  <a:close/>
                </a:path>
              </a:pathLst>
            </a:custGeom>
            <a:solidFill>
              <a:srgbClr val="BFBFBF">
                <a:alpha val="75686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8405" y="0"/>
              <a:ext cx="585005" cy="5686552"/>
            </a:xfrm>
            <a:custGeom>
              <a:avLst/>
              <a:gdLst/>
              <a:ahLst/>
              <a:cxnLst/>
              <a:rect l="l" t="t" r="r" b="b"/>
              <a:pathLst>
                <a:path w="585005" h="5686552">
                  <a:moveTo>
                    <a:pt x="438955" y="5663438"/>
                  </a:moveTo>
                  <a:cubicBezTo>
                    <a:pt x="417619" y="5655437"/>
                    <a:pt x="397680" y="5645404"/>
                    <a:pt x="379265" y="5633847"/>
                  </a:cubicBezTo>
                  <a:cubicBezTo>
                    <a:pt x="371899" y="5629148"/>
                    <a:pt x="369613" y="5619369"/>
                    <a:pt x="374312" y="5611876"/>
                  </a:cubicBezTo>
                  <a:cubicBezTo>
                    <a:pt x="379011" y="5604383"/>
                    <a:pt x="388790" y="5602224"/>
                    <a:pt x="396283" y="5606923"/>
                  </a:cubicBezTo>
                  <a:cubicBezTo>
                    <a:pt x="412793" y="5617337"/>
                    <a:pt x="430827" y="5626354"/>
                    <a:pt x="450131" y="5633593"/>
                  </a:cubicBezTo>
                  <a:cubicBezTo>
                    <a:pt x="458386" y="5636641"/>
                    <a:pt x="462450" y="5645785"/>
                    <a:pt x="459402" y="5654040"/>
                  </a:cubicBezTo>
                  <a:cubicBezTo>
                    <a:pt x="456354" y="5662295"/>
                    <a:pt x="447210" y="5666359"/>
                    <a:pt x="438955" y="5663311"/>
                  </a:cubicBezTo>
                  <a:close/>
                  <a:moveTo>
                    <a:pt x="327195" y="5591556"/>
                  </a:moveTo>
                  <a:cubicBezTo>
                    <a:pt x="311193" y="5575046"/>
                    <a:pt x="297604" y="5556758"/>
                    <a:pt x="287190" y="5536946"/>
                  </a:cubicBezTo>
                  <a:cubicBezTo>
                    <a:pt x="283126" y="5529199"/>
                    <a:pt x="286047" y="5519547"/>
                    <a:pt x="293794" y="5515483"/>
                  </a:cubicBezTo>
                  <a:cubicBezTo>
                    <a:pt x="301541" y="5511419"/>
                    <a:pt x="311193" y="5514340"/>
                    <a:pt x="315257" y="5522087"/>
                  </a:cubicBezTo>
                  <a:cubicBezTo>
                    <a:pt x="324274" y="5538978"/>
                    <a:pt x="335958" y="5554853"/>
                    <a:pt x="350055" y="5569458"/>
                  </a:cubicBezTo>
                  <a:cubicBezTo>
                    <a:pt x="356151" y="5575808"/>
                    <a:pt x="356024" y="5585841"/>
                    <a:pt x="349674" y="5591937"/>
                  </a:cubicBezTo>
                  <a:cubicBezTo>
                    <a:pt x="343324" y="5598033"/>
                    <a:pt x="333291" y="5597906"/>
                    <a:pt x="327195" y="5591556"/>
                  </a:cubicBezTo>
                  <a:close/>
                  <a:moveTo>
                    <a:pt x="265092" y="5472303"/>
                  </a:moveTo>
                  <a:cubicBezTo>
                    <a:pt x="263314" y="5461635"/>
                    <a:pt x="262425" y="5450713"/>
                    <a:pt x="262425" y="5439537"/>
                  </a:cubicBezTo>
                  <a:lnTo>
                    <a:pt x="278300" y="5439537"/>
                  </a:lnTo>
                  <a:lnTo>
                    <a:pt x="262425" y="5439537"/>
                  </a:lnTo>
                  <a:lnTo>
                    <a:pt x="262425" y="5406390"/>
                  </a:lnTo>
                  <a:cubicBezTo>
                    <a:pt x="262425" y="5397627"/>
                    <a:pt x="269537" y="5390515"/>
                    <a:pt x="278300" y="5390515"/>
                  </a:cubicBezTo>
                  <a:cubicBezTo>
                    <a:pt x="287063" y="5390515"/>
                    <a:pt x="294175" y="5397627"/>
                    <a:pt x="294175" y="5406390"/>
                  </a:cubicBezTo>
                  <a:lnTo>
                    <a:pt x="294175" y="5439664"/>
                  </a:lnTo>
                  <a:cubicBezTo>
                    <a:pt x="294175" y="5449062"/>
                    <a:pt x="294937" y="5458206"/>
                    <a:pt x="296461" y="5467223"/>
                  </a:cubicBezTo>
                  <a:cubicBezTo>
                    <a:pt x="297858" y="5475859"/>
                    <a:pt x="292016" y="5483987"/>
                    <a:pt x="283380" y="5485511"/>
                  </a:cubicBezTo>
                  <a:cubicBezTo>
                    <a:pt x="274744" y="5487035"/>
                    <a:pt x="266616" y="5481066"/>
                    <a:pt x="265092" y="5472430"/>
                  </a:cubicBezTo>
                  <a:close/>
                  <a:moveTo>
                    <a:pt x="262425" y="5342890"/>
                  </a:moveTo>
                  <a:lnTo>
                    <a:pt x="262425" y="5279390"/>
                  </a:lnTo>
                  <a:cubicBezTo>
                    <a:pt x="262425" y="5270627"/>
                    <a:pt x="269537" y="5263515"/>
                    <a:pt x="278300" y="5263515"/>
                  </a:cubicBezTo>
                  <a:cubicBezTo>
                    <a:pt x="287063" y="5263515"/>
                    <a:pt x="294175" y="5270627"/>
                    <a:pt x="294175" y="5279390"/>
                  </a:cubicBezTo>
                  <a:lnTo>
                    <a:pt x="294175" y="5342890"/>
                  </a:lnTo>
                  <a:cubicBezTo>
                    <a:pt x="294175" y="5351653"/>
                    <a:pt x="287063" y="5358765"/>
                    <a:pt x="278300" y="5358765"/>
                  </a:cubicBezTo>
                  <a:cubicBezTo>
                    <a:pt x="269537" y="5358765"/>
                    <a:pt x="262425" y="5351653"/>
                    <a:pt x="262425" y="5342890"/>
                  </a:cubicBezTo>
                  <a:close/>
                  <a:moveTo>
                    <a:pt x="262425" y="5215890"/>
                  </a:moveTo>
                  <a:lnTo>
                    <a:pt x="262425" y="5152390"/>
                  </a:lnTo>
                  <a:cubicBezTo>
                    <a:pt x="262425" y="5143627"/>
                    <a:pt x="269537" y="5136515"/>
                    <a:pt x="278300" y="5136515"/>
                  </a:cubicBezTo>
                  <a:cubicBezTo>
                    <a:pt x="287063" y="5136515"/>
                    <a:pt x="294175" y="5143627"/>
                    <a:pt x="294175" y="5152390"/>
                  </a:cubicBezTo>
                  <a:lnTo>
                    <a:pt x="294175" y="5215890"/>
                  </a:lnTo>
                  <a:cubicBezTo>
                    <a:pt x="294175" y="5224653"/>
                    <a:pt x="287063" y="5231765"/>
                    <a:pt x="278300" y="5231765"/>
                  </a:cubicBezTo>
                  <a:cubicBezTo>
                    <a:pt x="269537" y="5231765"/>
                    <a:pt x="262425" y="5224653"/>
                    <a:pt x="262425" y="5215890"/>
                  </a:cubicBezTo>
                  <a:close/>
                  <a:moveTo>
                    <a:pt x="262425" y="5088890"/>
                  </a:moveTo>
                  <a:lnTo>
                    <a:pt x="262425" y="5025390"/>
                  </a:lnTo>
                  <a:cubicBezTo>
                    <a:pt x="262425" y="5016627"/>
                    <a:pt x="269537" y="5009515"/>
                    <a:pt x="278300" y="5009515"/>
                  </a:cubicBezTo>
                  <a:cubicBezTo>
                    <a:pt x="287063" y="5009515"/>
                    <a:pt x="294175" y="5016627"/>
                    <a:pt x="294175" y="5025390"/>
                  </a:cubicBezTo>
                  <a:lnTo>
                    <a:pt x="294175" y="5088890"/>
                  </a:lnTo>
                  <a:cubicBezTo>
                    <a:pt x="294175" y="5097653"/>
                    <a:pt x="287063" y="5104765"/>
                    <a:pt x="278300" y="5104765"/>
                  </a:cubicBezTo>
                  <a:cubicBezTo>
                    <a:pt x="269537" y="5104765"/>
                    <a:pt x="262425" y="5097653"/>
                    <a:pt x="262425" y="5088890"/>
                  </a:cubicBezTo>
                  <a:close/>
                  <a:moveTo>
                    <a:pt x="262425" y="4961890"/>
                  </a:moveTo>
                  <a:lnTo>
                    <a:pt x="262425" y="4898390"/>
                  </a:lnTo>
                  <a:cubicBezTo>
                    <a:pt x="262425" y="4889627"/>
                    <a:pt x="269537" y="4882515"/>
                    <a:pt x="278300" y="4882515"/>
                  </a:cubicBezTo>
                  <a:cubicBezTo>
                    <a:pt x="287063" y="4882515"/>
                    <a:pt x="294175" y="4889627"/>
                    <a:pt x="294175" y="4898390"/>
                  </a:cubicBezTo>
                  <a:lnTo>
                    <a:pt x="294175" y="4961890"/>
                  </a:lnTo>
                  <a:cubicBezTo>
                    <a:pt x="294175" y="4970653"/>
                    <a:pt x="287063" y="4977765"/>
                    <a:pt x="278300" y="4977765"/>
                  </a:cubicBezTo>
                  <a:cubicBezTo>
                    <a:pt x="269537" y="4977765"/>
                    <a:pt x="262425" y="4970653"/>
                    <a:pt x="262425" y="4961890"/>
                  </a:cubicBezTo>
                  <a:close/>
                  <a:moveTo>
                    <a:pt x="262425" y="4834890"/>
                  </a:moveTo>
                  <a:lnTo>
                    <a:pt x="262425" y="4771390"/>
                  </a:lnTo>
                  <a:cubicBezTo>
                    <a:pt x="262425" y="4762627"/>
                    <a:pt x="269537" y="4755515"/>
                    <a:pt x="278300" y="4755515"/>
                  </a:cubicBezTo>
                  <a:cubicBezTo>
                    <a:pt x="287063" y="4755515"/>
                    <a:pt x="294175" y="4762627"/>
                    <a:pt x="294175" y="4771390"/>
                  </a:cubicBezTo>
                  <a:lnTo>
                    <a:pt x="294175" y="4834890"/>
                  </a:lnTo>
                  <a:cubicBezTo>
                    <a:pt x="294175" y="4843653"/>
                    <a:pt x="287063" y="4850765"/>
                    <a:pt x="278300" y="4850765"/>
                  </a:cubicBezTo>
                  <a:cubicBezTo>
                    <a:pt x="269537" y="4850765"/>
                    <a:pt x="262425" y="4843653"/>
                    <a:pt x="262425" y="4834890"/>
                  </a:cubicBezTo>
                  <a:close/>
                  <a:moveTo>
                    <a:pt x="262425" y="4707890"/>
                  </a:moveTo>
                  <a:lnTo>
                    <a:pt x="262425" y="4644390"/>
                  </a:lnTo>
                  <a:cubicBezTo>
                    <a:pt x="262425" y="4635627"/>
                    <a:pt x="269537" y="4628515"/>
                    <a:pt x="278300" y="4628515"/>
                  </a:cubicBezTo>
                  <a:cubicBezTo>
                    <a:pt x="287063" y="4628515"/>
                    <a:pt x="294175" y="4635627"/>
                    <a:pt x="294175" y="4644390"/>
                  </a:cubicBezTo>
                  <a:lnTo>
                    <a:pt x="294175" y="4707890"/>
                  </a:lnTo>
                  <a:cubicBezTo>
                    <a:pt x="294175" y="4716653"/>
                    <a:pt x="287063" y="4723765"/>
                    <a:pt x="278300" y="4723765"/>
                  </a:cubicBezTo>
                  <a:cubicBezTo>
                    <a:pt x="269537" y="4723765"/>
                    <a:pt x="262425" y="4716653"/>
                    <a:pt x="262425" y="4707890"/>
                  </a:cubicBezTo>
                  <a:close/>
                  <a:moveTo>
                    <a:pt x="262425" y="4580890"/>
                  </a:moveTo>
                  <a:lnTo>
                    <a:pt x="262425" y="4517390"/>
                  </a:lnTo>
                  <a:cubicBezTo>
                    <a:pt x="262425" y="4508627"/>
                    <a:pt x="269537" y="4501515"/>
                    <a:pt x="278300" y="4501515"/>
                  </a:cubicBezTo>
                  <a:cubicBezTo>
                    <a:pt x="287063" y="4501515"/>
                    <a:pt x="294175" y="4508627"/>
                    <a:pt x="294175" y="4517390"/>
                  </a:cubicBezTo>
                  <a:lnTo>
                    <a:pt x="294175" y="4580890"/>
                  </a:lnTo>
                  <a:cubicBezTo>
                    <a:pt x="294175" y="4589653"/>
                    <a:pt x="287063" y="4596765"/>
                    <a:pt x="278300" y="4596765"/>
                  </a:cubicBezTo>
                  <a:cubicBezTo>
                    <a:pt x="269537" y="4596765"/>
                    <a:pt x="262425" y="4589653"/>
                    <a:pt x="262425" y="4580890"/>
                  </a:cubicBezTo>
                  <a:close/>
                  <a:moveTo>
                    <a:pt x="262425" y="4453890"/>
                  </a:moveTo>
                  <a:lnTo>
                    <a:pt x="262425" y="4390390"/>
                  </a:lnTo>
                  <a:cubicBezTo>
                    <a:pt x="262425" y="4381627"/>
                    <a:pt x="269537" y="4374515"/>
                    <a:pt x="278300" y="4374515"/>
                  </a:cubicBezTo>
                  <a:cubicBezTo>
                    <a:pt x="287063" y="4374515"/>
                    <a:pt x="294175" y="4381627"/>
                    <a:pt x="294175" y="4390390"/>
                  </a:cubicBezTo>
                  <a:lnTo>
                    <a:pt x="294175" y="4453890"/>
                  </a:lnTo>
                  <a:cubicBezTo>
                    <a:pt x="294175" y="4462653"/>
                    <a:pt x="287063" y="4469765"/>
                    <a:pt x="278300" y="4469765"/>
                  </a:cubicBezTo>
                  <a:cubicBezTo>
                    <a:pt x="269537" y="4469765"/>
                    <a:pt x="262425" y="4462653"/>
                    <a:pt x="262425" y="4453890"/>
                  </a:cubicBezTo>
                  <a:close/>
                  <a:moveTo>
                    <a:pt x="262425" y="4326890"/>
                  </a:moveTo>
                  <a:lnTo>
                    <a:pt x="262425" y="4263390"/>
                  </a:lnTo>
                  <a:cubicBezTo>
                    <a:pt x="262425" y="4254627"/>
                    <a:pt x="269537" y="4247515"/>
                    <a:pt x="278300" y="4247515"/>
                  </a:cubicBezTo>
                  <a:cubicBezTo>
                    <a:pt x="287063" y="4247515"/>
                    <a:pt x="294175" y="4254627"/>
                    <a:pt x="294175" y="4263390"/>
                  </a:cubicBezTo>
                  <a:lnTo>
                    <a:pt x="294175" y="4326890"/>
                  </a:lnTo>
                  <a:cubicBezTo>
                    <a:pt x="294175" y="4335653"/>
                    <a:pt x="287063" y="4342765"/>
                    <a:pt x="278300" y="4342765"/>
                  </a:cubicBezTo>
                  <a:cubicBezTo>
                    <a:pt x="269537" y="4342765"/>
                    <a:pt x="262425" y="4335653"/>
                    <a:pt x="262425" y="4326890"/>
                  </a:cubicBezTo>
                  <a:close/>
                  <a:moveTo>
                    <a:pt x="262425" y="4199890"/>
                  </a:moveTo>
                  <a:lnTo>
                    <a:pt x="262425" y="4136390"/>
                  </a:lnTo>
                  <a:cubicBezTo>
                    <a:pt x="262425" y="4127627"/>
                    <a:pt x="269537" y="4120515"/>
                    <a:pt x="278300" y="4120515"/>
                  </a:cubicBezTo>
                  <a:cubicBezTo>
                    <a:pt x="287063" y="4120515"/>
                    <a:pt x="294175" y="4127627"/>
                    <a:pt x="294175" y="4136390"/>
                  </a:cubicBezTo>
                  <a:lnTo>
                    <a:pt x="294175" y="4199890"/>
                  </a:lnTo>
                  <a:cubicBezTo>
                    <a:pt x="294175" y="4208653"/>
                    <a:pt x="287063" y="4215765"/>
                    <a:pt x="278300" y="4215765"/>
                  </a:cubicBezTo>
                  <a:cubicBezTo>
                    <a:pt x="269537" y="4215765"/>
                    <a:pt x="262425" y="4208653"/>
                    <a:pt x="262425" y="4199890"/>
                  </a:cubicBezTo>
                  <a:close/>
                  <a:moveTo>
                    <a:pt x="262425" y="4072890"/>
                  </a:moveTo>
                  <a:lnTo>
                    <a:pt x="262425" y="4009390"/>
                  </a:lnTo>
                  <a:cubicBezTo>
                    <a:pt x="262425" y="4000627"/>
                    <a:pt x="269537" y="3993515"/>
                    <a:pt x="278300" y="3993515"/>
                  </a:cubicBezTo>
                  <a:cubicBezTo>
                    <a:pt x="287063" y="3993515"/>
                    <a:pt x="294175" y="4000627"/>
                    <a:pt x="294175" y="4009390"/>
                  </a:cubicBezTo>
                  <a:lnTo>
                    <a:pt x="294175" y="4072890"/>
                  </a:lnTo>
                  <a:cubicBezTo>
                    <a:pt x="294175" y="4081653"/>
                    <a:pt x="287063" y="4088765"/>
                    <a:pt x="278300" y="4088765"/>
                  </a:cubicBezTo>
                  <a:cubicBezTo>
                    <a:pt x="269537" y="4088765"/>
                    <a:pt x="262425" y="4081653"/>
                    <a:pt x="262425" y="4072890"/>
                  </a:cubicBezTo>
                  <a:close/>
                  <a:moveTo>
                    <a:pt x="262425" y="3945890"/>
                  </a:moveTo>
                  <a:lnTo>
                    <a:pt x="262425" y="3882390"/>
                  </a:lnTo>
                  <a:cubicBezTo>
                    <a:pt x="262425" y="3873627"/>
                    <a:pt x="269537" y="3866515"/>
                    <a:pt x="278300" y="3866515"/>
                  </a:cubicBezTo>
                  <a:cubicBezTo>
                    <a:pt x="287063" y="3866515"/>
                    <a:pt x="294175" y="3873627"/>
                    <a:pt x="294175" y="3882390"/>
                  </a:cubicBezTo>
                  <a:lnTo>
                    <a:pt x="294175" y="3945890"/>
                  </a:lnTo>
                  <a:cubicBezTo>
                    <a:pt x="294175" y="3954653"/>
                    <a:pt x="287063" y="3961765"/>
                    <a:pt x="278300" y="3961765"/>
                  </a:cubicBezTo>
                  <a:cubicBezTo>
                    <a:pt x="269537" y="3961765"/>
                    <a:pt x="262425" y="3954653"/>
                    <a:pt x="262425" y="3945890"/>
                  </a:cubicBezTo>
                  <a:close/>
                  <a:moveTo>
                    <a:pt x="262425" y="3818890"/>
                  </a:moveTo>
                  <a:lnTo>
                    <a:pt x="262425" y="3755390"/>
                  </a:lnTo>
                  <a:cubicBezTo>
                    <a:pt x="262425" y="3746627"/>
                    <a:pt x="269537" y="3739515"/>
                    <a:pt x="278300" y="3739515"/>
                  </a:cubicBezTo>
                  <a:cubicBezTo>
                    <a:pt x="287063" y="3739515"/>
                    <a:pt x="294175" y="3746627"/>
                    <a:pt x="294175" y="3755390"/>
                  </a:cubicBezTo>
                  <a:lnTo>
                    <a:pt x="294175" y="3818890"/>
                  </a:lnTo>
                  <a:cubicBezTo>
                    <a:pt x="294175" y="3827653"/>
                    <a:pt x="287063" y="3834765"/>
                    <a:pt x="278300" y="3834765"/>
                  </a:cubicBezTo>
                  <a:cubicBezTo>
                    <a:pt x="269537" y="3834765"/>
                    <a:pt x="262425" y="3827653"/>
                    <a:pt x="262425" y="3818890"/>
                  </a:cubicBezTo>
                  <a:close/>
                  <a:moveTo>
                    <a:pt x="262425" y="3691890"/>
                  </a:moveTo>
                  <a:lnTo>
                    <a:pt x="262425" y="3628390"/>
                  </a:lnTo>
                  <a:cubicBezTo>
                    <a:pt x="262425" y="3619627"/>
                    <a:pt x="269537" y="3612515"/>
                    <a:pt x="278300" y="3612515"/>
                  </a:cubicBezTo>
                  <a:cubicBezTo>
                    <a:pt x="287063" y="3612515"/>
                    <a:pt x="294175" y="3619627"/>
                    <a:pt x="294175" y="3628390"/>
                  </a:cubicBezTo>
                  <a:lnTo>
                    <a:pt x="294175" y="3691890"/>
                  </a:lnTo>
                  <a:cubicBezTo>
                    <a:pt x="294175" y="3700653"/>
                    <a:pt x="287063" y="3707765"/>
                    <a:pt x="278300" y="3707765"/>
                  </a:cubicBezTo>
                  <a:cubicBezTo>
                    <a:pt x="269537" y="3707765"/>
                    <a:pt x="262425" y="3700653"/>
                    <a:pt x="262425" y="3691890"/>
                  </a:cubicBezTo>
                  <a:close/>
                  <a:moveTo>
                    <a:pt x="262425" y="3564890"/>
                  </a:moveTo>
                  <a:lnTo>
                    <a:pt x="262425" y="3501390"/>
                  </a:lnTo>
                  <a:cubicBezTo>
                    <a:pt x="262425" y="3492627"/>
                    <a:pt x="269537" y="3485515"/>
                    <a:pt x="278300" y="3485515"/>
                  </a:cubicBezTo>
                  <a:cubicBezTo>
                    <a:pt x="287063" y="3485515"/>
                    <a:pt x="294175" y="3492627"/>
                    <a:pt x="294175" y="3501390"/>
                  </a:cubicBezTo>
                  <a:lnTo>
                    <a:pt x="294175" y="3564890"/>
                  </a:lnTo>
                  <a:cubicBezTo>
                    <a:pt x="294175" y="3573653"/>
                    <a:pt x="287063" y="3580765"/>
                    <a:pt x="278300" y="3580765"/>
                  </a:cubicBezTo>
                  <a:cubicBezTo>
                    <a:pt x="269537" y="3580765"/>
                    <a:pt x="262425" y="3573653"/>
                    <a:pt x="262425" y="3564890"/>
                  </a:cubicBezTo>
                  <a:close/>
                  <a:moveTo>
                    <a:pt x="262425" y="3437890"/>
                  </a:moveTo>
                  <a:lnTo>
                    <a:pt x="262425" y="3374390"/>
                  </a:lnTo>
                  <a:cubicBezTo>
                    <a:pt x="262425" y="3365627"/>
                    <a:pt x="269537" y="3358515"/>
                    <a:pt x="278300" y="3358515"/>
                  </a:cubicBezTo>
                  <a:cubicBezTo>
                    <a:pt x="287063" y="3358515"/>
                    <a:pt x="294175" y="3365627"/>
                    <a:pt x="294175" y="3374390"/>
                  </a:cubicBezTo>
                  <a:lnTo>
                    <a:pt x="294175" y="3437890"/>
                  </a:lnTo>
                  <a:cubicBezTo>
                    <a:pt x="294175" y="3446653"/>
                    <a:pt x="287063" y="3453765"/>
                    <a:pt x="278300" y="3453765"/>
                  </a:cubicBezTo>
                  <a:cubicBezTo>
                    <a:pt x="269537" y="3453765"/>
                    <a:pt x="262425" y="3446653"/>
                    <a:pt x="262425" y="3437890"/>
                  </a:cubicBezTo>
                  <a:close/>
                  <a:moveTo>
                    <a:pt x="262425" y="3310890"/>
                  </a:moveTo>
                  <a:lnTo>
                    <a:pt x="262425" y="3247390"/>
                  </a:lnTo>
                  <a:cubicBezTo>
                    <a:pt x="262425" y="3238627"/>
                    <a:pt x="269537" y="3231515"/>
                    <a:pt x="278300" y="3231515"/>
                  </a:cubicBezTo>
                  <a:cubicBezTo>
                    <a:pt x="287063" y="3231515"/>
                    <a:pt x="294175" y="3238627"/>
                    <a:pt x="294175" y="3247390"/>
                  </a:cubicBezTo>
                  <a:lnTo>
                    <a:pt x="294175" y="3310890"/>
                  </a:lnTo>
                  <a:cubicBezTo>
                    <a:pt x="294175" y="3319653"/>
                    <a:pt x="287063" y="3326765"/>
                    <a:pt x="278300" y="3326765"/>
                  </a:cubicBezTo>
                  <a:cubicBezTo>
                    <a:pt x="269537" y="3326765"/>
                    <a:pt x="262425" y="3319653"/>
                    <a:pt x="262425" y="3310890"/>
                  </a:cubicBezTo>
                  <a:close/>
                  <a:moveTo>
                    <a:pt x="262425" y="3183890"/>
                  </a:moveTo>
                  <a:lnTo>
                    <a:pt x="262425" y="3120390"/>
                  </a:lnTo>
                  <a:cubicBezTo>
                    <a:pt x="262425" y="3111627"/>
                    <a:pt x="269537" y="3104515"/>
                    <a:pt x="278300" y="3104515"/>
                  </a:cubicBezTo>
                  <a:cubicBezTo>
                    <a:pt x="287063" y="3104515"/>
                    <a:pt x="294175" y="3111627"/>
                    <a:pt x="294175" y="3120390"/>
                  </a:cubicBezTo>
                  <a:lnTo>
                    <a:pt x="294175" y="3183890"/>
                  </a:lnTo>
                  <a:cubicBezTo>
                    <a:pt x="294175" y="3192653"/>
                    <a:pt x="287063" y="3199765"/>
                    <a:pt x="278300" y="3199765"/>
                  </a:cubicBezTo>
                  <a:cubicBezTo>
                    <a:pt x="269537" y="3199765"/>
                    <a:pt x="262425" y="3192653"/>
                    <a:pt x="262425" y="3183890"/>
                  </a:cubicBezTo>
                  <a:close/>
                  <a:moveTo>
                    <a:pt x="262425" y="3056890"/>
                  </a:moveTo>
                  <a:lnTo>
                    <a:pt x="262425" y="2993390"/>
                  </a:lnTo>
                  <a:cubicBezTo>
                    <a:pt x="262425" y="2984627"/>
                    <a:pt x="269537" y="2977515"/>
                    <a:pt x="278300" y="2977515"/>
                  </a:cubicBezTo>
                  <a:cubicBezTo>
                    <a:pt x="287063" y="2977515"/>
                    <a:pt x="294175" y="2984627"/>
                    <a:pt x="294175" y="2993390"/>
                  </a:cubicBezTo>
                  <a:lnTo>
                    <a:pt x="294175" y="3056890"/>
                  </a:lnTo>
                  <a:cubicBezTo>
                    <a:pt x="294175" y="3065653"/>
                    <a:pt x="287063" y="3072765"/>
                    <a:pt x="278300" y="3072765"/>
                  </a:cubicBezTo>
                  <a:cubicBezTo>
                    <a:pt x="269537" y="3072765"/>
                    <a:pt x="262425" y="3065653"/>
                    <a:pt x="262425" y="3056890"/>
                  </a:cubicBezTo>
                  <a:close/>
                  <a:moveTo>
                    <a:pt x="262425" y="2929890"/>
                  </a:moveTo>
                  <a:lnTo>
                    <a:pt x="262425" y="2866390"/>
                  </a:lnTo>
                  <a:cubicBezTo>
                    <a:pt x="262425" y="2857627"/>
                    <a:pt x="269537" y="2850515"/>
                    <a:pt x="278300" y="2850515"/>
                  </a:cubicBezTo>
                  <a:cubicBezTo>
                    <a:pt x="287063" y="2850515"/>
                    <a:pt x="294175" y="2857627"/>
                    <a:pt x="294175" y="2866390"/>
                  </a:cubicBezTo>
                  <a:lnTo>
                    <a:pt x="294175" y="2929890"/>
                  </a:lnTo>
                  <a:cubicBezTo>
                    <a:pt x="294175" y="2938653"/>
                    <a:pt x="287063" y="2945765"/>
                    <a:pt x="278300" y="2945765"/>
                  </a:cubicBezTo>
                  <a:cubicBezTo>
                    <a:pt x="269537" y="2945765"/>
                    <a:pt x="262425" y="2938653"/>
                    <a:pt x="262425" y="2929890"/>
                  </a:cubicBezTo>
                  <a:close/>
                  <a:moveTo>
                    <a:pt x="262425" y="2802890"/>
                  </a:moveTo>
                  <a:lnTo>
                    <a:pt x="262425" y="2739390"/>
                  </a:lnTo>
                  <a:cubicBezTo>
                    <a:pt x="262425" y="2730627"/>
                    <a:pt x="269537" y="2723515"/>
                    <a:pt x="278300" y="2723515"/>
                  </a:cubicBezTo>
                  <a:cubicBezTo>
                    <a:pt x="287063" y="2723515"/>
                    <a:pt x="294175" y="2730627"/>
                    <a:pt x="294175" y="2739390"/>
                  </a:cubicBezTo>
                  <a:lnTo>
                    <a:pt x="294175" y="2802890"/>
                  </a:lnTo>
                  <a:cubicBezTo>
                    <a:pt x="294175" y="2811653"/>
                    <a:pt x="287063" y="2818765"/>
                    <a:pt x="278300" y="2818765"/>
                  </a:cubicBezTo>
                  <a:cubicBezTo>
                    <a:pt x="269537" y="2818765"/>
                    <a:pt x="262425" y="2811653"/>
                    <a:pt x="262425" y="2802890"/>
                  </a:cubicBezTo>
                  <a:close/>
                  <a:moveTo>
                    <a:pt x="262425" y="2675890"/>
                  </a:moveTo>
                  <a:lnTo>
                    <a:pt x="262425" y="2612390"/>
                  </a:lnTo>
                  <a:cubicBezTo>
                    <a:pt x="262425" y="2603627"/>
                    <a:pt x="269537" y="2596515"/>
                    <a:pt x="278300" y="2596515"/>
                  </a:cubicBezTo>
                  <a:cubicBezTo>
                    <a:pt x="287063" y="2596515"/>
                    <a:pt x="294175" y="2603627"/>
                    <a:pt x="294175" y="2612390"/>
                  </a:cubicBezTo>
                  <a:lnTo>
                    <a:pt x="294175" y="2675890"/>
                  </a:lnTo>
                  <a:cubicBezTo>
                    <a:pt x="294175" y="2684653"/>
                    <a:pt x="287063" y="2691765"/>
                    <a:pt x="278300" y="2691765"/>
                  </a:cubicBezTo>
                  <a:cubicBezTo>
                    <a:pt x="269537" y="2691765"/>
                    <a:pt x="262425" y="2684653"/>
                    <a:pt x="262425" y="2675890"/>
                  </a:cubicBezTo>
                  <a:close/>
                  <a:moveTo>
                    <a:pt x="262425" y="2548890"/>
                  </a:moveTo>
                  <a:lnTo>
                    <a:pt x="262425" y="2485390"/>
                  </a:lnTo>
                  <a:cubicBezTo>
                    <a:pt x="262425" y="2476627"/>
                    <a:pt x="269537" y="2469515"/>
                    <a:pt x="278300" y="2469515"/>
                  </a:cubicBezTo>
                  <a:cubicBezTo>
                    <a:pt x="287063" y="2469515"/>
                    <a:pt x="294175" y="2476627"/>
                    <a:pt x="294175" y="2485390"/>
                  </a:cubicBezTo>
                  <a:lnTo>
                    <a:pt x="294175" y="2548890"/>
                  </a:lnTo>
                  <a:cubicBezTo>
                    <a:pt x="294175" y="2557653"/>
                    <a:pt x="287063" y="2564765"/>
                    <a:pt x="278300" y="2564765"/>
                  </a:cubicBezTo>
                  <a:cubicBezTo>
                    <a:pt x="269537" y="2564765"/>
                    <a:pt x="262425" y="2557653"/>
                    <a:pt x="262425" y="2548890"/>
                  </a:cubicBezTo>
                  <a:close/>
                  <a:moveTo>
                    <a:pt x="262425" y="2421890"/>
                  </a:moveTo>
                  <a:lnTo>
                    <a:pt x="262425" y="2358390"/>
                  </a:lnTo>
                  <a:cubicBezTo>
                    <a:pt x="262425" y="2349627"/>
                    <a:pt x="269537" y="2342515"/>
                    <a:pt x="278300" y="2342515"/>
                  </a:cubicBezTo>
                  <a:cubicBezTo>
                    <a:pt x="287063" y="2342515"/>
                    <a:pt x="294175" y="2349627"/>
                    <a:pt x="294175" y="2358390"/>
                  </a:cubicBezTo>
                  <a:lnTo>
                    <a:pt x="294175" y="2421890"/>
                  </a:lnTo>
                  <a:cubicBezTo>
                    <a:pt x="294175" y="2430653"/>
                    <a:pt x="287063" y="2437765"/>
                    <a:pt x="278300" y="2437765"/>
                  </a:cubicBezTo>
                  <a:cubicBezTo>
                    <a:pt x="269537" y="2437765"/>
                    <a:pt x="262425" y="2430653"/>
                    <a:pt x="262425" y="2421890"/>
                  </a:cubicBezTo>
                  <a:close/>
                  <a:moveTo>
                    <a:pt x="262425" y="2294890"/>
                  </a:moveTo>
                  <a:lnTo>
                    <a:pt x="262425" y="2231390"/>
                  </a:lnTo>
                  <a:cubicBezTo>
                    <a:pt x="262425" y="2222627"/>
                    <a:pt x="269537" y="2215515"/>
                    <a:pt x="278300" y="2215515"/>
                  </a:cubicBezTo>
                  <a:cubicBezTo>
                    <a:pt x="287063" y="2215515"/>
                    <a:pt x="294175" y="2222627"/>
                    <a:pt x="294175" y="2231390"/>
                  </a:cubicBezTo>
                  <a:lnTo>
                    <a:pt x="294175" y="2294890"/>
                  </a:lnTo>
                  <a:cubicBezTo>
                    <a:pt x="294175" y="2303653"/>
                    <a:pt x="287063" y="2310765"/>
                    <a:pt x="278300" y="2310765"/>
                  </a:cubicBezTo>
                  <a:cubicBezTo>
                    <a:pt x="269537" y="2310765"/>
                    <a:pt x="262425" y="2303653"/>
                    <a:pt x="262425" y="2294890"/>
                  </a:cubicBezTo>
                  <a:close/>
                  <a:moveTo>
                    <a:pt x="262425" y="2167890"/>
                  </a:moveTo>
                  <a:lnTo>
                    <a:pt x="262425" y="2104390"/>
                  </a:lnTo>
                  <a:cubicBezTo>
                    <a:pt x="262425" y="2095627"/>
                    <a:pt x="269537" y="2088515"/>
                    <a:pt x="278300" y="2088515"/>
                  </a:cubicBezTo>
                  <a:cubicBezTo>
                    <a:pt x="287063" y="2088515"/>
                    <a:pt x="294175" y="2095627"/>
                    <a:pt x="294175" y="2104390"/>
                  </a:cubicBezTo>
                  <a:lnTo>
                    <a:pt x="294175" y="2167890"/>
                  </a:lnTo>
                  <a:cubicBezTo>
                    <a:pt x="294175" y="2176653"/>
                    <a:pt x="287063" y="2183765"/>
                    <a:pt x="278300" y="2183765"/>
                  </a:cubicBezTo>
                  <a:cubicBezTo>
                    <a:pt x="269537" y="2183765"/>
                    <a:pt x="262425" y="2176653"/>
                    <a:pt x="262425" y="2167890"/>
                  </a:cubicBezTo>
                  <a:close/>
                  <a:moveTo>
                    <a:pt x="262425" y="2040890"/>
                  </a:moveTo>
                  <a:lnTo>
                    <a:pt x="262425" y="1977390"/>
                  </a:lnTo>
                  <a:cubicBezTo>
                    <a:pt x="262425" y="1968627"/>
                    <a:pt x="269537" y="1961515"/>
                    <a:pt x="278300" y="1961515"/>
                  </a:cubicBezTo>
                  <a:cubicBezTo>
                    <a:pt x="287063" y="1961515"/>
                    <a:pt x="294175" y="1968627"/>
                    <a:pt x="294175" y="1977390"/>
                  </a:cubicBezTo>
                  <a:lnTo>
                    <a:pt x="294175" y="2040890"/>
                  </a:lnTo>
                  <a:cubicBezTo>
                    <a:pt x="294175" y="2049653"/>
                    <a:pt x="287063" y="2056765"/>
                    <a:pt x="278300" y="2056765"/>
                  </a:cubicBezTo>
                  <a:cubicBezTo>
                    <a:pt x="269537" y="2056765"/>
                    <a:pt x="262425" y="2049653"/>
                    <a:pt x="262425" y="2040890"/>
                  </a:cubicBezTo>
                  <a:close/>
                  <a:moveTo>
                    <a:pt x="262425" y="1913890"/>
                  </a:moveTo>
                  <a:lnTo>
                    <a:pt x="262425" y="1850390"/>
                  </a:lnTo>
                  <a:cubicBezTo>
                    <a:pt x="262425" y="1841627"/>
                    <a:pt x="269537" y="1834515"/>
                    <a:pt x="278300" y="1834515"/>
                  </a:cubicBezTo>
                  <a:cubicBezTo>
                    <a:pt x="287063" y="1834515"/>
                    <a:pt x="294175" y="1841627"/>
                    <a:pt x="294175" y="1850390"/>
                  </a:cubicBezTo>
                  <a:lnTo>
                    <a:pt x="294175" y="1913890"/>
                  </a:lnTo>
                  <a:cubicBezTo>
                    <a:pt x="294175" y="1922653"/>
                    <a:pt x="287063" y="1929765"/>
                    <a:pt x="278300" y="1929765"/>
                  </a:cubicBezTo>
                  <a:cubicBezTo>
                    <a:pt x="269537" y="1929765"/>
                    <a:pt x="262425" y="1922653"/>
                    <a:pt x="262425" y="1913890"/>
                  </a:cubicBezTo>
                  <a:close/>
                  <a:moveTo>
                    <a:pt x="262425" y="1786890"/>
                  </a:moveTo>
                  <a:lnTo>
                    <a:pt x="262425" y="1723390"/>
                  </a:lnTo>
                  <a:cubicBezTo>
                    <a:pt x="262425" y="1714627"/>
                    <a:pt x="269537" y="1707515"/>
                    <a:pt x="278300" y="1707515"/>
                  </a:cubicBezTo>
                  <a:cubicBezTo>
                    <a:pt x="287063" y="1707515"/>
                    <a:pt x="294175" y="1714627"/>
                    <a:pt x="294175" y="1723390"/>
                  </a:cubicBezTo>
                  <a:lnTo>
                    <a:pt x="294175" y="1786890"/>
                  </a:lnTo>
                  <a:cubicBezTo>
                    <a:pt x="294175" y="1795653"/>
                    <a:pt x="287063" y="1802765"/>
                    <a:pt x="278300" y="1802765"/>
                  </a:cubicBezTo>
                  <a:cubicBezTo>
                    <a:pt x="269537" y="1802765"/>
                    <a:pt x="262425" y="1795653"/>
                    <a:pt x="262425" y="1786890"/>
                  </a:cubicBezTo>
                  <a:close/>
                  <a:moveTo>
                    <a:pt x="262425" y="1659890"/>
                  </a:moveTo>
                  <a:lnTo>
                    <a:pt x="262425" y="1596390"/>
                  </a:lnTo>
                  <a:cubicBezTo>
                    <a:pt x="262425" y="1587627"/>
                    <a:pt x="269537" y="1580515"/>
                    <a:pt x="278300" y="1580515"/>
                  </a:cubicBezTo>
                  <a:cubicBezTo>
                    <a:pt x="287063" y="1580515"/>
                    <a:pt x="294175" y="1587627"/>
                    <a:pt x="294175" y="1596390"/>
                  </a:cubicBezTo>
                  <a:lnTo>
                    <a:pt x="294175" y="1659890"/>
                  </a:lnTo>
                  <a:cubicBezTo>
                    <a:pt x="294175" y="1668653"/>
                    <a:pt x="287063" y="1675765"/>
                    <a:pt x="278300" y="1675765"/>
                  </a:cubicBezTo>
                  <a:cubicBezTo>
                    <a:pt x="269537" y="1675765"/>
                    <a:pt x="262425" y="1668653"/>
                    <a:pt x="262425" y="1659890"/>
                  </a:cubicBezTo>
                  <a:close/>
                  <a:moveTo>
                    <a:pt x="262425" y="1532890"/>
                  </a:moveTo>
                  <a:lnTo>
                    <a:pt x="262425" y="1469390"/>
                  </a:lnTo>
                  <a:cubicBezTo>
                    <a:pt x="262425" y="1460627"/>
                    <a:pt x="269537" y="1453515"/>
                    <a:pt x="278300" y="1453515"/>
                  </a:cubicBezTo>
                  <a:cubicBezTo>
                    <a:pt x="287063" y="1453515"/>
                    <a:pt x="294175" y="1460627"/>
                    <a:pt x="294175" y="1469390"/>
                  </a:cubicBezTo>
                  <a:lnTo>
                    <a:pt x="294175" y="1532890"/>
                  </a:lnTo>
                  <a:cubicBezTo>
                    <a:pt x="294175" y="1541653"/>
                    <a:pt x="287063" y="1548765"/>
                    <a:pt x="278300" y="1548765"/>
                  </a:cubicBezTo>
                  <a:cubicBezTo>
                    <a:pt x="269537" y="1548765"/>
                    <a:pt x="262425" y="1541653"/>
                    <a:pt x="262425" y="1532890"/>
                  </a:cubicBezTo>
                  <a:close/>
                  <a:moveTo>
                    <a:pt x="262425" y="1405890"/>
                  </a:moveTo>
                  <a:lnTo>
                    <a:pt x="262425" y="1342390"/>
                  </a:lnTo>
                  <a:cubicBezTo>
                    <a:pt x="262425" y="1333627"/>
                    <a:pt x="269537" y="1326515"/>
                    <a:pt x="278300" y="1326515"/>
                  </a:cubicBezTo>
                  <a:cubicBezTo>
                    <a:pt x="287063" y="1326515"/>
                    <a:pt x="294175" y="1333627"/>
                    <a:pt x="294175" y="1342390"/>
                  </a:cubicBezTo>
                  <a:lnTo>
                    <a:pt x="294175" y="1405890"/>
                  </a:lnTo>
                  <a:cubicBezTo>
                    <a:pt x="294175" y="1414653"/>
                    <a:pt x="287063" y="1421765"/>
                    <a:pt x="278300" y="1421765"/>
                  </a:cubicBezTo>
                  <a:cubicBezTo>
                    <a:pt x="269537" y="1421765"/>
                    <a:pt x="262425" y="1414653"/>
                    <a:pt x="262425" y="1405890"/>
                  </a:cubicBezTo>
                  <a:close/>
                  <a:moveTo>
                    <a:pt x="262425" y="1278890"/>
                  </a:moveTo>
                  <a:lnTo>
                    <a:pt x="262425" y="1215390"/>
                  </a:lnTo>
                  <a:cubicBezTo>
                    <a:pt x="262425" y="1206627"/>
                    <a:pt x="269537" y="1199515"/>
                    <a:pt x="278300" y="1199515"/>
                  </a:cubicBezTo>
                  <a:cubicBezTo>
                    <a:pt x="287063" y="1199515"/>
                    <a:pt x="294175" y="1206627"/>
                    <a:pt x="294175" y="1215390"/>
                  </a:cubicBezTo>
                  <a:lnTo>
                    <a:pt x="294175" y="1278890"/>
                  </a:lnTo>
                  <a:cubicBezTo>
                    <a:pt x="294175" y="1287653"/>
                    <a:pt x="287063" y="1294765"/>
                    <a:pt x="278300" y="1294765"/>
                  </a:cubicBezTo>
                  <a:cubicBezTo>
                    <a:pt x="269537" y="1294765"/>
                    <a:pt x="262425" y="1287653"/>
                    <a:pt x="262425" y="1278890"/>
                  </a:cubicBezTo>
                  <a:close/>
                  <a:moveTo>
                    <a:pt x="262425" y="1151890"/>
                  </a:moveTo>
                  <a:lnTo>
                    <a:pt x="262425" y="1088390"/>
                  </a:lnTo>
                  <a:cubicBezTo>
                    <a:pt x="262425" y="1079627"/>
                    <a:pt x="269537" y="1072515"/>
                    <a:pt x="278300" y="1072515"/>
                  </a:cubicBezTo>
                  <a:cubicBezTo>
                    <a:pt x="287063" y="1072515"/>
                    <a:pt x="294175" y="1079627"/>
                    <a:pt x="294175" y="1088390"/>
                  </a:cubicBezTo>
                  <a:lnTo>
                    <a:pt x="294175" y="1151890"/>
                  </a:lnTo>
                  <a:cubicBezTo>
                    <a:pt x="294175" y="1160653"/>
                    <a:pt x="287063" y="1167765"/>
                    <a:pt x="278300" y="1167765"/>
                  </a:cubicBezTo>
                  <a:cubicBezTo>
                    <a:pt x="269537" y="1167765"/>
                    <a:pt x="262425" y="1160653"/>
                    <a:pt x="262425" y="1151890"/>
                  </a:cubicBezTo>
                  <a:close/>
                  <a:moveTo>
                    <a:pt x="262425" y="1024890"/>
                  </a:moveTo>
                  <a:lnTo>
                    <a:pt x="262425" y="961390"/>
                  </a:lnTo>
                  <a:cubicBezTo>
                    <a:pt x="262425" y="952627"/>
                    <a:pt x="269537" y="945515"/>
                    <a:pt x="278300" y="945515"/>
                  </a:cubicBezTo>
                  <a:cubicBezTo>
                    <a:pt x="287063" y="945515"/>
                    <a:pt x="294175" y="952627"/>
                    <a:pt x="294175" y="961390"/>
                  </a:cubicBezTo>
                  <a:lnTo>
                    <a:pt x="294175" y="1024890"/>
                  </a:lnTo>
                  <a:cubicBezTo>
                    <a:pt x="294175" y="1033653"/>
                    <a:pt x="287063" y="1040765"/>
                    <a:pt x="278300" y="1040765"/>
                  </a:cubicBezTo>
                  <a:cubicBezTo>
                    <a:pt x="269537" y="1040765"/>
                    <a:pt x="262425" y="1033653"/>
                    <a:pt x="262425" y="1024890"/>
                  </a:cubicBezTo>
                  <a:close/>
                  <a:moveTo>
                    <a:pt x="262425" y="897890"/>
                  </a:moveTo>
                  <a:lnTo>
                    <a:pt x="262425" y="834390"/>
                  </a:lnTo>
                  <a:cubicBezTo>
                    <a:pt x="262425" y="825627"/>
                    <a:pt x="269537" y="818515"/>
                    <a:pt x="278300" y="818515"/>
                  </a:cubicBezTo>
                  <a:cubicBezTo>
                    <a:pt x="287063" y="818515"/>
                    <a:pt x="294175" y="825627"/>
                    <a:pt x="294175" y="834390"/>
                  </a:cubicBezTo>
                  <a:lnTo>
                    <a:pt x="294175" y="897890"/>
                  </a:lnTo>
                  <a:cubicBezTo>
                    <a:pt x="294175" y="906653"/>
                    <a:pt x="287063" y="913765"/>
                    <a:pt x="278300" y="913765"/>
                  </a:cubicBezTo>
                  <a:cubicBezTo>
                    <a:pt x="269537" y="913765"/>
                    <a:pt x="262425" y="906653"/>
                    <a:pt x="262425" y="897890"/>
                  </a:cubicBezTo>
                  <a:close/>
                  <a:moveTo>
                    <a:pt x="262425" y="770890"/>
                  </a:moveTo>
                  <a:lnTo>
                    <a:pt x="262425" y="709168"/>
                  </a:lnTo>
                  <a:lnTo>
                    <a:pt x="278300" y="709168"/>
                  </a:lnTo>
                  <a:lnTo>
                    <a:pt x="262425" y="709168"/>
                  </a:lnTo>
                  <a:cubicBezTo>
                    <a:pt x="262425" y="708660"/>
                    <a:pt x="262425" y="708025"/>
                    <a:pt x="262425" y="707517"/>
                  </a:cubicBezTo>
                  <a:cubicBezTo>
                    <a:pt x="262298" y="698754"/>
                    <a:pt x="269410" y="691515"/>
                    <a:pt x="278173" y="691515"/>
                  </a:cubicBezTo>
                  <a:cubicBezTo>
                    <a:pt x="286936" y="691515"/>
                    <a:pt x="294175" y="698500"/>
                    <a:pt x="294175" y="707263"/>
                  </a:cubicBezTo>
                  <a:cubicBezTo>
                    <a:pt x="294175" y="707898"/>
                    <a:pt x="294175" y="708533"/>
                    <a:pt x="294175" y="709168"/>
                  </a:cubicBezTo>
                  <a:lnTo>
                    <a:pt x="294175" y="770890"/>
                  </a:lnTo>
                  <a:cubicBezTo>
                    <a:pt x="294175" y="779653"/>
                    <a:pt x="287063" y="786765"/>
                    <a:pt x="278300" y="786765"/>
                  </a:cubicBezTo>
                  <a:cubicBezTo>
                    <a:pt x="269537" y="786765"/>
                    <a:pt x="262425" y="779653"/>
                    <a:pt x="262425" y="770890"/>
                  </a:cubicBezTo>
                  <a:close/>
                  <a:moveTo>
                    <a:pt x="252138" y="650621"/>
                  </a:moveTo>
                  <a:cubicBezTo>
                    <a:pt x="245661" y="632587"/>
                    <a:pt x="236136" y="615442"/>
                    <a:pt x="223944" y="599440"/>
                  </a:cubicBezTo>
                  <a:cubicBezTo>
                    <a:pt x="218610" y="592455"/>
                    <a:pt x="220007" y="582549"/>
                    <a:pt x="226992" y="577215"/>
                  </a:cubicBezTo>
                  <a:cubicBezTo>
                    <a:pt x="233977" y="571881"/>
                    <a:pt x="243883" y="573278"/>
                    <a:pt x="249217" y="580263"/>
                  </a:cubicBezTo>
                  <a:cubicBezTo>
                    <a:pt x="263187" y="598551"/>
                    <a:pt x="274236" y="618617"/>
                    <a:pt x="281983" y="639826"/>
                  </a:cubicBezTo>
                  <a:cubicBezTo>
                    <a:pt x="284904" y="648081"/>
                    <a:pt x="280713" y="657225"/>
                    <a:pt x="272458" y="660146"/>
                  </a:cubicBezTo>
                  <a:cubicBezTo>
                    <a:pt x="264203" y="663067"/>
                    <a:pt x="255059" y="658876"/>
                    <a:pt x="252138" y="650621"/>
                  </a:cubicBezTo>
                  <a:close/>
                  <a:moveTo>
                    <a:pt x="182161" y="557276"/>
                  </a:moveTo>
                  <a:cubicBezTo>
                    <a:pt x="166921" y="545338"/>
                    <a:pt x="149903" y="534670"/>
                    <a:pt x="131234" y="525780"/>
                  </a:cubicBezTo>
                  <a:cubicBezTo>
                    <a:pt x="123360" y="521970"/>
                    <a:pt x="120058" y="512445"/>
                    <a:pt x="123868" y="504571"/>
                  </a:cubicBezTo>
                  <a:cubicBezTo>
                    <a:pt x="127678" y="496697"/>
                    <a:pt x="137203" y="493395"/>
                    <a:pt x="145077" y="497205"/>
                  </a:cubicBezTo>
                  <a:cubicBezTo>
                    <a:pt x="165651" y="507111"/>
                    <a:pt x="184701" y="518922"/>
                    <a:pt x="201846" y="532384"/>
                  </a:cubicBezTo>
                  <a:cubicBezTo>
                    <a:pt x="208704" y="537845"/>
                    <a:pt x="209974" y="547751"/>
                    <a:pt x="204513" y="554736"/>
                  </a:cubicBezTo>
                  <a:cubicBezTo>
                    <a:pt x="199052" y="561721"/>
                    <a:pt x="189146" y="562864"/>
                    <a:pt x="182161" y="557403"/>
                  </a:cubicBezTo>
                  <a:close/>
                  <a:moveTo>
                    <a:pt x="74719" y="505079"/>
                  </a:moveTo>
                  <a:cubicBezTo>
                    <a:pt x="55542" y="499999"/>
                    <a:pt x="35476" y="496570"/>
                    <a:pt x="14648" y="495046"/>
                  </a:cubicBezTo>
                  <a:cubicBezTo>
                    <a:pt x="5885" y="494411"/>
                    <a:pt x="-592" y="486791"/>
                    <a:pt x="43" y="478028"/>
                  </a:cubicBezTo>
                  <a:cubicBezTo>
                    <a:pt x="678" y="469265"/>
                    <a:pt x="8298" y="462788"/>
                    <a:pt x="17061" y="463423"/>
                  </a:cubicBezTo>
                  <a:cubicBezTo>
                    <a:pt x="39794" y="465201"/>
                    <a:pt x="61765" y="468884"/>
                    <a:pt x="82720" y="474472"/>
                  </a:cubicBezTo>
                  <a:cubicBezTo>
                    <a:pt x="91229" y="476758"/>
                    <a:pt x="96309" y="485394"/>
                    <a:pt x="94023" y="493903"/>
                  </a:cubicBezTo>
                  <a:cubicBezTo>
                    <a:pt x="91737" y="502412"/>
                    <a:pt x="83101" y="507492"/>
                    <a:pt x="74592" y="505206"/>
                  </a:cubicBezTo>
                  <a:close/>
                  <a:moveTo>
                    <a:pt x="20744" y="460756"/>
                  </a:moveTo>
                  <a:cubicBezTo>
                    <a:pt x="41445" y="458724"/>
                    <a:pt x="61511" y="455041"/>
                    <a:pt x="80434" y="449580"/>
                  </a:cubicBezTo>
                  <a:cubicBezTo>
                    <a:pt x="88816" y="447167"/>
                    <a:pt x="97706" y="452120"/>
                    <a:pt x="99992" y="460502"/>
                  </a:cubicBezTo>
                  <a:cubicBezTo>
                    <a:pt x="102278" y="468884"/>
                    <a:pt x="97452" y="477774"/>
                    <a:pt x="89070" y="480060"/>
                  </a:cubicBezTo>
                  <a:cubicBezTo>
                    <a:pt x="68242" y="485902"/>
                    <a:pt x="46271" y="490093"/>
                    <a:pt x="23665" y="492252"/>
                  </a:cubicBezTo>
                  <a:cubicBezTo>
                    <a:pt x="14902" y="493141"/>
                    <a:pt x="7155" y="486664"/>
                    <a:pt x="6393" y="477901"/>
                  </a:cubicBezTo>
                  <a:cubicBezTo>
                    <a:pt x="5631" y="469138"/>
                    <a:pt x="11981" y="461391"/>
                    <a:pt x="20744" y="460629"/>
                  </a:cubicBezTo>
                  <a:close/>
                  <a:moveTo>
                    <a:pt x="136695" y="427609"/>
                  </a:moveTo>
                  <a:cubicBezTo>
                    <a:pt x="155110" y="418211"/>
                    <a:pt x="171874" y="407289"/>
                    <a:pt x="186860" y="394970"/>
                  </a:cubicBezTo>
                  <a:cubicBezTo>
                    <a:pt x="193591" y="389382"/>
                    <a:pt x="203624" y="390398"/>
                    <a:pt x="209212" y="397129"/>
                  </a:cubicBezTo>
                  <a:cubicBezTo>
                    <a:pt x="214800" y="403860"/>
                    <a:pt x="213784" y="413893"/>
                    <a:pt x="207053" y="419481"/>
                  </a:cubicBezTo>
                  <a:cubicBezTo>
                    <a:pt x="190289" y="433324"/>
                    <a:pt x="171493" y="445643"/>
                    <a:pt x="151046" y="455930"/>
                  </a:cubicBezTo>
                  <a:cubicBezTo>
                    <a:pt x="143172" y="459867"/>
                    <a:pt x="133647" y="456819"/>
                    <a:pt x="129710" y="448945"/>
                  </a:cubicBezTo>
                  <a:cubicBezTo>
                    <a:pt x="125773" y="441071"/>
                    <a:pt x="128821" y="431546"/>
                    <a:pt x="136695" y="427609"/>
                  </a:cubicBezTo>
                  <a:close/>
                  <a:moveTo>
                    <a:pt x="227500" y="351790"/>
                  </a:moveTo>
                  <a:cubicBezTo>
                    <a:pt x="239184" y="335534"/>
                    <a:pt x="248074" y="318135"/>
                    <a:pt x="254043" y="299847"/>
                  </a:cubicBezTo>
                  <a:cubicBezTo>
                    <a:pt x="256710" y="291465"/>
                    <a:pt x="265727" y="286893"/>
                    <a:pt x="273982" y="289687"/>
                  </a:cubicBezTo>
                  <a:cubicBezTo>
                    <a:pt x="282237" y="292481"/>
                    <a:pt x="286936" y="301371"/>
                    <a:pt x="284142" y="309626"/>
                  </a:cubicBezTo>
                  <a:cubicBezTo>
                    <a:pt x="277157" y="331216"/>
                    <a:pt x="266616" y="351536"/>
                    <a:pt x="253281" y="370332"/>
                  </a:cubicBezTo>
                  <a:cubicBezTo>
                    <a:pt x="248201" y="377444"/>
                    <a:pt x="238295" y="379095"/>
                    <a:pt x="231183" y="374015"/>
                  </a:cubicBezTo>
                  <a:cubicBezTo>
                    <a:pt x="224071" y="368935"/>
                    <a:pt x="222420" y="359029"/>
                    <a:pt x="227500" y="351917"/>
                  </a:cubicBezTo>
                  <a:close/>
                  <a:moveTo>
                    <a:pt x="262425" y="241808"/>
                  </a:moveTo>
                  <a:cubicBezTo>
                    <a:pt x="263060" y="218440"/>
                    <a:pt x="267632" y="195961"/>
                    <a:pt x="275760" y="174625"/>
                  </a:cubicBezTo>
                  <a:cubicBezTo>
                    <a:pt x="278808" y="166370"/>
                    <a:pt x="288079" y="162306"/>
                    <a:pt x="296207" y="165354"/>
                  </a:cubicBezTo>
                  <a:cubicBezTo>
                    <a:pt x="304335" y="168402"/>
                    <a:pt x="308526" y="177673"/>
                    <a:pt x="305478" y="185801"/>
                  </a:cubicBezTo>
                  <a:cubicBezTo>
                    <a:pt x="298620" y="203835"/>
                    <a:pt x="294810" y="222885"/>
                    <a:pt x="294302" y="242570"/>
                  </a:cubicBezTo>
                  <a:cubicBezTo>
                    <a:pt x="294048" y="251333"/>
                    <a:pt x="286809" y="258318"/>
                    <a:pt x="278046" y="258064"/>
                  </a:cubicBezTo>
                  <a:cubicBezTo>
                    <a:pt x="269283" y="257810"/>
                    <a:pt x="262298" y="250571"/>
                    <a:pt x="262552" y="241808"/>
                  </a:cubicBezTo>
                  <a:close/>
                  <a:moveTo>
                    <a:pt x="309415" y="115570"/>
                  </a:moveTo>
                  <a:cubicBezTo>
                    <a:pt x="323004" y="98171"/>
                    <a:pt x="339133" y="82296"/>
                    <a:pt x="357421" y="68326"/>
                  </a:cubicBezTo>
                  <a:cubicBezTo>
                    <a:pt x="364406" y="62992"/>
                    <a:pt x="374312" y="64262"/>
                    <a:pt x="379646" y="71247"/>
                  </a:cubicBezTo>
                  <a:cubicBezTo>
                    <a:pt x="384980" y="78232"/>
                    <a:pt x="383710" y="88138"/>
                    <a:pt x="376725" y="93472"/>
                  </a:cubicBezTo>
                  <a:cubicBezTo>
                    <a:pt x="360469" y="105918"/>
                    <a:pt x="346245" y="119888"/>
                    <a:pt x="334434" y="135128"/>
                  </a:cubicBezTo>
                  <a:cubicBezTo>
                    <a:pt x="329100" y="141986"/>
                    <a:pt x="319067" y="143256"/>
                    <a:pt x="312209" y="137922"/>
                  </a:cubicBezTo>
                  <a:cubicBezTo>
                    <a:pt x="305351" y="132588"/>
                    <a:pt x="304081" y="122555"/>
                    <a:pt x="309415" y="115697"/>
                  </a:cubicBezTo>
                  <a:close/>
                  <a:moveTo>
                    <a:pt x="414444" y="33782"/>
                  </a:moveTo>
                  <a:cubicBezTo>
                    <a:pt x="433875" y="24384"/>
                    <a:pt x="454703" y="16891"/>
                    <a:pt x="476674" y="11430"/>
                  </a:cubicBezTo>
                  <a:cubicBezTo>
                    <a:pt x="485183" y="9271"/>
                    <a:pt x="493819" y="14478"/>
                    <a:pt x="495978" y="22860"/>
                  </a:cubicBezTo>
                  <a:cubicBezTo>
                    <a:pt x="498137" y="31242"/>
                    <a:pt x="492930" y="40005"/>
                    <a:pt x="484548" y="42164"/>
                  </a:cubicBezTo>
                  <a:cubicBezTo>
                    <a:pt x="464609" y="47244"/>
                    <a:pt x="445559" y="54102"/>
                    <a:pt x="427906" y="62357"/>
                  </a:cubicBezTo>
                  <a:cubicBezTo>
                    <a:pt x="420032" y="66040"/>
                    <a:pt x="410507" y="62738"/>
                    <a:pt x="406824" y="54737"/>
                  </a:cubicBezTo>
                  <a:cubicBezTo>
                    <a:pt x="403141" y="46736"/>
                    <a:pt x="406443" y="37338"/>
                    <a:pt x="414444" y="33655"/>
                  </a:cubicBezTo>
                  <a:close/>
                  <a:moveTo>
                    <a:pt x="542333" y="889"/>
                  </a:moveTo>
                  <a:cubicBezTo>
                    <a:pt x="551096" y="254"/>
                    <a:pt x="559986" y="0"/>
                    <a:pt x="569003" y="0"/>
                  </a:cubicBezTo>
                  <a:cubicBezTo>
                    <a:pt x="577766" y="0"/>
                    <a:pt x="584878" y="7112"/>
                    <a:pt x="584878" y="15875"/>
                  </a:cubicBezTo>
                  <a:cubicBezTo>
                    <a:pt x="584878" y="24638"/>
                    <a:pt x="577766" y="31750"/>
                    <a:pt x="569003" y="31750"/>
                  </a:cubicBezTo>
                  <a:cubicBezTo>
                    <a:pt x="560748" y="31750"/>
                    <a:pt x="552620" y="32004"/>
                    <a:pt x="544492" y="32639"/>
                  </a:cubicBezTo>
                  <a:cubicBezTo>
                    <a:pt x="535729" y="33274"/>
                    <a:pt x="528109" y="26670"/>
                    <a:pt x="527601" y="17907"/>
                  </a:cubicBezTo>
                  <a:cubicBezTo>
                    <a:pt x="527093" y="9144"/>
                    <a:pt x="533570" y="1524"/>
                    <a:pt x="542333" y="889"/>
                  </a:cubicBezTo>
                  <a:close/>
                  <a:moveTo>
                    <a:pt x="569003" y="5686552"/>
                  </a:moveTo>
                  <a:cubicBezTo>
                    <a:pt x="546397" y="5686552"/>
                    <a:pt x="524299" y="5684520"/>
                    <a:pt x="502963" y="5680837"/>
                  </a:cubicBezTo>
                  <a:cubicBezTo>
                    <a:pt x="494327" y="5679313"/>
                    <a:pt x="488612" y="5671058"/>
                    <a:pt x="490136" y="5662422"/>
                  </a:cubicBezTo>
                  <a:cubicBezTo>
                    <a:pt x="491660" y="5653786"/>
                    <a:pt x="499915" y="5648071"/>
                    <a:pt x="508551" y="5649595"/>
                  </a:cubicBezTo>
                  <a:cubicBezTo>
                    <a:pt x="527982" y="5653024"/>
                    <a:pt x="548302" y="5654802"/>
                    <a:pt x="569130" y="5654802"/>
                  </a:cubicBezTo>
                  <a:cubicBezTo>
                    <a:pt x="577893" y="5654802"/>
                    <a:pt x="585005" y="5661914"/>
                    <a:pt x="585005" y="5670677"/>
                  </a:cubicBezTo>
                  <a:cubicBezTo>
                    <a:pt x="585005" y="5679440"/>
                    <a:pt x="577893" y="5686552"/>
                    <a:pt x="569130" y="5686552"/>
                  </a:cubicBezTo>
                  <a:close/>
                </a:path>
              </a:pathLst>
            </a:custGeom>
            <a:solidFill>
              <a:srgbClr val="BFBFBF">
                <a:alpha val="75686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57250" y="4352925"/>
            <a:ext cx="2425141" cy="118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</a:p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수행 경과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248150" y="4086225"/>
            <a:ext cx="13353983" cy="1009650"/>
            <a:chOff x="0" y="0"/>
            <a:chExt cx="17805311" cy="1346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805400" cy="1346200"/>
            </a:xfrm>
            <a:custGeom>
              <a:avLst/>
              <a:gdLst/>
              <a:ahLst/>
              <a:cxnLst/>
              <a:rect l="l" t="t" r="r" b="b"/>
              <a:pathLst>
                <a:path w="17805400" h="1346200">
                  <a:moveTo>
                    <a:pt x="0" y="224409"/>
                  </a:moveTo>
                  <a:cubicBezTo>
                    <a:pt x="0" y="100457"/>
                    <a:pt x="100457" y="0"/>
                    <a:pt x="224409" y="0"/>
                  </a:cubicBezTo>
                  <a:lnTo>
                    <a:pt x="17580990" y="0"/>
                  </a:lnTo>
                  <a:cubicBezTo>
                    <a:pt x="17704943" y="0"/>
                    <a:pt x="17805400" y="100457"/>
                    <a:pt x="17805400" y="224409"/>
                  </a:cubicBezTo>
                  <a:lnTo>
                    <a:pt x="17805400" y="1121791"/>
                  </a:lnTo>
                  <a:cubicBezTo>
                    <a:pt x="17805400" y="1245743"/>
                    <a:pt x="17704943" y="1346200"/>
                    <a:pt x="17580990" y="1346200"/>
                  </a:cubicBezTo>
                  <a:lnTo>
                    <a:pt x="224409" y="1346200"/>
                  </a:lnTo>
                  <a:cubicBezTo>
                    <a:pt x="100457" y="1346200"/>
                    <a:pt x="0" y="1245743"/>
                    <a:pt x="0" y="1121791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3952875" y="4305300"/>
            <a:ext cx="621163" cy="536696"/>
            <a:chOff x="0" y="0"/>
            <a:chExt cx="828218" cy="715594"/>
          </a:xfrm>
        </p:grpSpPr>
        <p:sp>
          <p:nvSpPr>
            <p:cNvPr id="30" name="Freeform 30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3378C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32" name="Group 32"/>
          <p:cNvGrpSpPr/>
          <p:nvPr/>
        </p:nvGrpSpPr>
        <p:grpSpPr>
          <a:xfrm rot="4666740">
            <a:off x="4054360" y="4340332"/>
            <a:ext cx="459610" cy="480936"/>
            <a:chOff x="0" y="0"/>
            <a:chExt cx="612813" cy="6412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69000">
                  <a:srgbClr val="2069C2">
                    <a:alpha val="14000"/>
                  </a:srgbClr>
                </a:gs>
              </a:gsLst>
              <a:lin ang="10333250"/>
            </a:gradFill>
          </p:spPr>
        </p:sp>
      </p:grpSp>
      <p:sp>
        <p:nvSpPr>
          <p:cNvPr id="34" name="TextBox 34"/>
          <p:cNvSpPr txBox="1"/>
          <p:nvPr/>
        </p:nvSpPr>
        <p:spPr>
          <a:xfrm>
            <a:off x="4076700" y="4400550"/>
            <a:ext cx="383515" cy="37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62525" y="4286250"/>
            <a:ext cx="12082082" cy="615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프로젝트 수행 과정에서의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피드백 내용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과 그것을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적용(보완 등)한 내용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이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포함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되도록 작성</a:t>
            </a:r>
          </a:p>
        </p:txBody>
      </p:sp>
      <p:sp>
        <p:nvSpPr>
          <p:cNvPr id="36" name="Freeform 36"/>
          <p:cNvSpPr/>
          <p:nvPr/>
        </p:nvSpPr>
        <p:spPr>
          <a:xfrm rot="5400000">
            <a:off x="-714756" y="3700196"/>
            <a:ext cx="2158051" cy="728548"/>
          </a:xfrm>
          <a:custGeom>
            <a:avLst/>
            <a:gdLst/>
            <a:ahLst/>
            <a:cxnLst/>
            <a:rect l="l" t="t" r="r" b="b"/>
            <a:pathLst>
              <a:path w="2158051" h="728548">
                <a:moveTo>
                  <a:pt x="0" y="0"/>
                </a:moveTo>
                <a:lnTo>
                  <a:pt x="2158051" y="0"/>
                </a:lnTo>
                <a:lnTo>
                  <a:pt x="2158051" y="728548"/>
                </a:lnTo>
                <a:lnTo>
                  <a:pt x="0" y="7285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b="-22661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897161" y="7434920"/>
            <a:ext cx="165002" cy="165002"/>
          </a:xfrm>
          <a:custGeom>
            <a:avLst/>
            <a:gdLst/>
            <a:ahLst/>
            <a:cxnLst/>
            <a:rect l="l" t="t" r="r" b="b"/>
            <a:pathLst>
              <a:path w="165002" h="165002">
                <a:moveTo>
                  <a:pt x="0" y="0"/>
                </a:moveTo>
                <a:lnTo>
                  <a:pt x="165001" y="0"/>
                </a:lnTo>
                <a:lnTo>
                  <a:pt x="165001" y="165001"/>
                </a:lnTo>
                <a:lnTo>
                  <a:pt x="0" y="1650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386553" y="6415764"/>
            <a:ext cx="213112" cy="213112"/>
          </a:xfrm>
          <a:custGeom>
            <a:avLst/>
            <a:gdLst/>
            <a:ahLst/>
            <a:cxnLst/>
            <a:rect l="l" t="t" r="r" b="b"/>
            <a:pathLst>
              <a:path w="213112" h="213112">
                <a:moveTo>
                  <a:pt x="0" y="0"/>
                </a:moveTo>
                <a:lnTo>
                  <a:pt x="213112" y="0"/>
                </a:lnTo>
                <a:lnTo>
                  <a:pt x="213112" y="213112"/>
                </a:lnTo>
                <a:lnTo>
                  <a:pt x="0" y="2131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3006404" y="8792528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41" name="Freeform 41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812" b="4"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5010150" y="5086350"/>
            <a:ext cx="11496199" cy="244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피드백 내용: 초기 설계 시 위험 신호 감점이 누적되어 마이너스 점수가 나오면, 공고가 가진 다른 유용한 정보(기술 스택, 복지 등)의 가점까지 최종 합산 과정에서 완전히 무력화되는 문제가 지적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반영 사항: 위험 항목이 겹칠수록 나쁜 공고라는 현실을 반영해 독립 누적 감점 구조는 유지하되, 타 점수의 왜곡을 막기 위해 최저 바닥 점수를 '20점'으로 고정하는 안정성 하한선을 추가 설계해 모델의 균형을 맞춤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27000"/>
              </a:blip>
              <a:stretch>
                <a:fillRect b="-27287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4472C4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결과물이 도출된 과정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을 세부적으로 작성한다.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2" name="Freeform 12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73068" y="3146384"/>
            <a:ext cx="16827398" cy="568366"/>
            <a:chOff x="0" y="0"/>
            <a:chExt cx="22436531" cy="7578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436581" cy="757936"/>
            </a:xfrm>
            <a:custGeom>
              <a:avLst/>
              <a:gdLst/>
              <a:ahLst/>
              <a:cxnLst/>
              <a:rect l="l" t="t" r="r" b="b"/>
              <a:pathLst>
                <a:path w="22436581" h="757936">
                  <a:moveTo>
                    <a:pt x="0" y="126365"/>
                  </a:moveTo>
                  <a:cubicBezTo>
                    <a:pt x="0" y="56515"/>
                    <a:pt x="56515" y="0"/>
                    <a:pt x="126365" y="0"/>
                  </a:cubicBezTo>
                  <a:lnTo>
                    <a:pt x="22310217" y="0"/>
                  </a:lnTo>
                  <a:cubicBezTo>
                    <a:pt x="22379939" y="0"/>
                    <a:pt x="22436581" y="56515"/>
                    <a:pt x="22436581" y="126365"/>
                  </a:cubicBezTo>
                  <a:lnTo>
                    <a:pt x="22436581" y="631571"/>
                  </a:lnTo>
                  <a:cubicBezTo>
                    <a:pt x="22436581" y="701294"/>
                    <a:pt x="22380067" y="757936"/>
                    <a:pt x="22310217" y="757936"/>
                  </a:cubicBezTo>
                  <a:lnTo>
                    <a:pt x="126365" y="757936"/>
                  </a:lnTo>
                  <a:cubicBezTo>
                    <a:pt x="56515" y="757809"/>
                    <a:pt x="0" y="701294"/>
                    <a:pt x="0" y="631571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645644" y="3240386"/>
            <a:ext cx="16151704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이어지는 예시는 하나의 사례 제공을 위해서 간단하게 제시한 것이므로 </a:t>
            </a:r>
            <a:r>
              <a:rPr lang="en-US" sz="2100" b="1">
                <a:solidFill>
                  <a:srgbClr val="FFD85C"/>
                </a:solidFill>
                <a:latin typeface="Arimo Bold"/>
                <a:ea typeface="Arimo Bold"/>
                <a:cs typeface="Arimo Bold"/>
                <a:sym typeface="Arimo Bold"/>
              </a:rPr>
              <a:t>프로젝트 성격에 따라 보다 자세하게 작성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03836" y="3238671"/>
            <a:ext cx="350377" cy="350377"/>
            <a:chOff x="0" y="0"/>
            <a:chExt cx="467169" cy="46716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7106" cy="467106"/>
            </a:xfrm>
            <a:custGeom>
              <a:avLst/>
              <a:gdLst/>
              <a:ahLst/>
              <a:cxnLst/>
              <a:rect l="l" t="t" r="r" b="b"/>
              <a:pathLst>
                <a:path w="467106" h="467106">
                  <a:moveTo>
                    <a:pt x="0" y="233553"/>
                  </a:moveTo>
                  <a:cubicBezTo>
                    <a:pt x="0" y="104521"/>
                    <a:pt x="104521" y="0"/>
                    <a:pt x="233553" y="0"/>
                  </a:cubicBezTo>
                  <a:cubicBezTo>
                    <a:pt x="362585" y="0"/>
                    <a:pt x="467106" y="104521"/>
                    <a:pt x="467106" y="233553"/>
                  </a:cubicBezTo>
                  <a:cubicBezTo>
                    <a:pt x="467106" y="362585"/>
                    <a:pt x="362585" y="467106"/>
                    <a:pt x="233553" y="467106"/>
                  </a:cubicBezTo>
                  <a:cubicBezTo>
                    <a:pt x="104521" y="467106"/>
                    <a:pt x="0" y="362585"/>
                    <a:pt x="0" y="23355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299172" y="3236347"/>
            <a:ext cx="167164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!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3343275" y="4514850"/>
            <a:ext cx="459962" cy="4264924"/>
            <a:chOff x="0" y="0"/>
            <a:chExt cx="613283" cy="5686565"/>
          </a:xfrm>
        </p:grpSpPr>
        <p:sp>
          <p:nvSpPr>
            <p:cNvPr id="24" name="Freeform 24"/>
            <p:cNvSpPr/>
            <p:nvPr/>
          </p:nvSpPr>
          <p:spPr>
            <a:xfrm>
              <a:off x="28405" y="0"/>
              <a:ext cx="585005" cy="5686552"/>
            </a:xfrm>
            <a:custGeom>
              <a:avLst/>
              <a:gdLst/>
              <a:ahLst/>
              <a:cxnLst/>
              <a:rect l="l" t="t" r="r" b="b"/>
              <a:pathLst>
                <a:path w="585005" h="5686552">
                  <a:moveTo>
                    <a:pt x="438955" y="5663438"/>
                  </a:moveTo>
                  <a:cubicBezTo>
                    <a:pt x="417619" y="5655437"/>
                    <a:pt x="397680" y="5645404"/>
                    <a:pt x="379265" y="5633847"/>
                  </a:cubicBezTo>
                  <a:cubicBezTo>
                    <a:pt x="371899" y="5629148"/>
                    <a:pt x="369613" y="5619369"/>
                    <a:pt x="374312" y="5611876"/>
                  </a:cubicBezTo>
                  <a:cubicBezTo>
                    <a:pt x="379011" y="5604383"/>
                    <a:pt x="388790" y="5602224"/>
                    <a:pt x="396283" y="5606923"/>
                  </a:cubicBezTo>
                  <a:cubicBezTo>
                    <a:pt x="412793" y="5617337"/>
                    <a:pt x="430827" y="5626354"/>
                    <a:pt x="450131" y="5633593"/>
                  </a:cubicBezTo>
                  <a:cubicBezTo>
                    <a:pt x="458386" y="5636641"/>
                    <a:pt x="462450" y="5645785"/>
                    <a:pt x="459402" y="5654040"/>
                  </a:cubicBezTo>
                  <a:cubicBezTo>
                    <a:pt x="456354" y="5662295"/>
                    <a:pt x="447210" y="5666359"/>
                    <a:pt x="438955" y="5663311"/>
                  </a:cubicBezTo>
                  <a:close/>
                  <a:moveTo>
                    <a:pt x="327195" y="5591556"/>
                  </a:moveTo>
                  <a:cubicBezTo>
                    <a:pt x="311193" y="5575046"/>
                    <a:pt x="297604" y="5556758"/>
                    <a:pt x="287190" y="5536946"/>
                  </a:cubicBezTo>
                  <a:cubicBezTo>
                    <a:pt x="283126" y="5529199"/>
                    <a:pt x="286047" y="5519547"/>
                    <a:pt x="293794" y="5515483"/>
                  </a:cubicBezTo>
                  <a:cubicBezTo>
                    <a:pt x="301541" y="5511419"/>
                    <a:pt x="311193" y="5514340"/>
                    <a:pt x="315257" y="5522087"/>
                  </a:cubicBezTo>
                  <a:cubicBezTo>
                    <a:pt x="324274" y="5538978"/>
                    <a:pt x="335958" y="5554853"/>
                    <a:pt x="350055" y="5569458"/>
                  </a:cubicBezTo>
                  <a:cubicBezTo>
                    <a:pt x="356151" y="5575808"/>
                    <a:pt x="356024" y="5585841"/>
                    <a:pt x="349674" y="5591937"/>
                  </a:cubicBezTo>
                  <a:cubicBezTo>
                    <a:pt x="343324" y="5598033"/>
                    <a:pt x="333291" y="5597906"/>
                    <a:pt x="327195" y="5591556"/>
                  </a:cubicBezTo>
                  <a:close/>
                  <a:moveTo>
                    <a:pt x="265092" y="5472303"/>
                  </a:moveTo>
                  <a:cubicBezTo>
                    <a:pt x="263314" y="5461635"/>
                    <a:pt x="262425" y="5450713"/>
                    <a:pt x="262425" y="5439537"/>
                  </a:cubicBezTo>
                  <a:lnTo>
                    <a:pt x="278300" y="5439537"/>
                  </a:lnTo>
                  <a:lnTo>
                    <a:pt x="262425" y="5439537"/>
                  </a:lnTo>
                  <a:lnTo>
                    <a:pt x="262425" y="5406390"/>
                  </a:lnTo>
                  <a:cubicBezTo>
                    <a:pt x="262425" y="5397627"/>
                    <a:pt x="269537" y="5390515"/>
                    <a:pt x="278300" y="5390515"/>
                  </a:cubicBezTo>
                  <a:cubicBezTo>
                    <a:pt x="287063" y="5390515"/>
                    <a:pt x="294175" y="5397627"/>
                    <a:pt x="294175" y="5406390"/>
                  </a:cubicBezTo>
                  <a:lnTo>
                    <a:pt x="294175" y="5439664"/>
                  </a:lnTo>
                  <a:cubicBezTo>
                    <a:pt x="294175" y="5449062"/>
                    <a:pt x="294937" y="5458206"/>
                    <a:pt x="296461" y="5467223"/>
                  </a:cubicBezTo>
                  <a:cubicBezTo>
                    <a:pt x="297858" y="5475859"/>
                    <a:pt x="292016" y="5483987"/>
                    <a:pt x="283380" y="5485511"/>
                  </a:cubicBezTo>
                  <a:cubicBezTo>
                    <a:pt x="274744" y="5487035"/>
                    <a:pt x="266616" y="5481066"/>
                    <a:pt x="265092" y="5472430"/>
                  </a:cubicBezTo>
                  <a:close/>
                  <a:moveTo>
                    <a:pt x="262425" y="5342890"/>
                  </a:moveTo>
                  <a:lnTo>
                    <a:pt x="262425" y="5279390"/>
                  </a:lnTo>
                  <a:cubicBezTo>
                    <a:pt x="262425" y="5270627"/>
                    <a:pt x="269537" y="5263515"/>
                    <a:pt x="278300" y="5263515"/>
                  </a:cubicBezTo>
                  <a:cubicBezTo>
                    <a:pt x="287063" y="5263515"/>
                    <a:pt x="294175" y="5270627"/>
                    <a:pt x="294175" y="5279390"/>
                  </a:cubicBezTo>
                  <a:lnTo>
                    <a:pt x="294175" y="5342890"/>
                  </a:lnTo>
                  <a:cubicBezTo>
                    <a:pt x="294175" y="5351653"/>
                    <a:pt x="287063" y="5358765"/>
                    <a:pt x="278300" y="5358765"/>
                  </a:cubicBezTo>
                  <a:cubicBezTo>
                    <a:pt x="269537" y="5358765"/>
                    <a:pt x="262425" y="5351653"/>
                    <a:pt x="262425" y="5342890"/>
                  </a:cubicBezTo>
                  <a:close/>
                  <a:moveTo>
                    <a:pt x="262425" y="5215890"/>
                  </a:moveTo>
                  <a:lnTo>
                    <a:pt x="262425" y="5152390"/>
                  </a:lnTo>
                  <a:cubicBezTo>
                    <a:pt x="262425" y="5143627"/>
                    <a:pt x="269537" y="5136515"/>
                    <a:pt x="278300" y="5136515"/>
                  </a:cubicBezTo>
                  <a:cubicBezTo>
                    <a:pt x="287063" y="5136515"/>
                    <a:pt x="294175" y="5143627"/>
                    <a:pt x="294175" y="5152390"/>
                  </a:cubicBezTo>
                  <a:lnTo>
                    <a:pt x="294175" y="5215890"/>
                  </a:lnTo>
                  <a:cubicBezTo>
                    <a:pt x="294175" y="5224653"/>
                    <a:pt x="287063" y="5231765"/>
                    <a:pt x="278300" y="5231765"/>
                  </a:cubicBezTo>
                  <a:cubicBezTo>
                    <a:pt x="269537" y="5231765"/>
                    <a:pt x="262425" y="5224653"/>
                    <a:pt x="262425" y="5215890"/>
                  </a:cubicBezTo>
                  <a:close/>
                  <a:moveTo>
                    <a:pt x="262425" y="5088890"/>
                  </a:moveTo>
                  <a:lnTo>
                    <a:pt x="262425" y="5025390"/>
                  </a:lnTo>
                  <a:cubicBezTo>
                    <a:pt x="262425" y="5016627"/>
                    <a:pt x="269537" y="5009515"/>
                    <a:pt x="278300" y="5009515"/>
                  </a:cubicBezTo>
                  <a:cubicBezTo>
                    <a:pt x="287063" y="5009515"/>
                    <a:pt x="294175" y="5016627"/>
                    <a:pt x="294175" y="5025390"/>
                  </a:cubicBezTo>
                  <a:lnTo>
                    <a:pt x="294175" y="5088890"/>
                  </a:lnTo>
                  <a:cubicBezTo>
                    <a:pt x="294175" y="5097653"/>
                    <a:pt x="287063" y="5104765"/>
                    <a:pt x="278300" y="5104765"/>
                  </a:cubicBezTo>
                  <a:cubicBezTo>
                    <a:pt x="269537" y="5104765"/>
                    <a:pt x="262425" y="5097653"/>
                    <a:pt x="262425" y="5088890"/>
                  </a:cubicBezTo>
                  <a:close/>
                  <a:moveTo>
                    <a:pt x="262425" y="4961890"/>
                  </a:moveTo>
                  <a:lnTo>
                    <a:pt x="262425" y="4898390"/>
                  </a:lnTo>
                  <a:cubicBezTo>
                    <a:pt x="262425" y="4889627"/>
                    <a:pt x="269537" y="4882515"/>
                    <a:pt x="278300" y="4882515"/>
                  </a:cubicBezTo>
                  <a:cubicBezTo>
                    <a:pt x="287063" y="4882515"/>
                    <a:pt x="294175" y="4889627"/>
                    <a:pt x="294175" y="4898390"/>
                  </a:cubicBezTo>
                  <a:lnTo>
                    <a:pt x="294175" y="4961890"/>
                  </a:lnTo>
                  <a:cubicBezTo>
                    <a:pt x="294175" y="4970653"/>
                    <a:pt x="287063" y="4977765"/>
                    <a:pt x="278300" y="4977765"/>
                  </a:cubicBezTo>
                  <a:cubicBezTo>
                    <a:pt x="269537" y="4977765"/>
                    <a:pt x="262425" y="4970653"/>
                    <a:pt x="262425" y="4961890"/>
                  </a:cubicBezTo>
                  <a:close/>
                  <a:moveTo>
                    <a:pt x="262425" y="4834890"/>
                  </a:moveTo>
                  <a:lnTo>
                    <a:pt x="262425" y="4771390"/>
                  </a:lnTo>
                  <a:cubicBezTo>
                    <a:pt x="262425" y="4762627"/>
                    <a:pt x="269537" y="4755515"/>
                    <a:pt x="278300" y="4755515"/>
                  </a:cubicBezTo>
                  <a:cubicBezTo>
                    <a:pt x="287063" y="4755515"/>
                    <a:pt x="294175" y="4762627"/>
                    <a:pt x="294175" y="4771390"/>
                  </a:cubicBezTo>
                  <a:lnTo>
                    <a:pt x="294175" y="4834890"/>
                  </a:lnTo>
                  <a:cubicBezTo>
                    <a:pt x="294175" y="4843653"/>
                    <a:pt x="287063" y="4850765"/>
                    <a:pt x="278300" y="4850765"/>
                  </a:cubicBezTo>
                  <a:cubicBezTo>
                    <a:pt x="269537" y="4850765"/>
                    <a:pt x="262425" y="4843653"/>
                    <a:pt x="262425" y="4834890"/>
                  </a:cubicBezTo>
                  <a:close/>
                  <a:moveTo>
                    <a:pt x="262425" y="4707890"/>
                  </a:moveTo>
                  <a:lnTo>
                    <a:pt x="262425" y="4644390"/>
                  </a:lnTo>
                  <a:cubicBezTo>
                    <a:pt x="262425" y="4635627"/>
                    <a:pt x="269537" y="4628515"/>
                    <a:pt x="278300" y="4628515"/>
                  </a:cubicBezTo>
                  <a:cubicBezTo>
                    <a:pt x="287063" y="4628515"/>
                    <a:pt x="294175" y="4635627"/>
                    <a:pt x="294175" y="4644390"/>
                  </a:cubicBezTo>
                  <a:lnTo>
                    <a:pt x="294175" y="4707890"/>
                  </a:lnTo>
                  <a:cubicBezTo>
                    <a:pt x="294175" y="4716653"/>
                    <a:pt x="287063" y="4723765"/>
                    <a:pt x="278300" y="4723765"/>
                  </a:cubicBezTo>
                  <a:cubicBezTo>
                    <a:pt x="269537" y="4723765"/>
                    <a:pt x="262425" y="4716653"/>
                    <a:pt x="262425" y="4707890"/>
                  </a:cubicBezTo>
                  <a:close/>
                  <a:moveTo>
                    <a:pt x="262425" y="4580890"/>
                  </a:moveTo>
                  <a:lnTo>
                    <a:pt x="262425" y="4517390"/>
                  </a:lnTo>
                  <a:cubicBezTo>
                    <a:pt x="262425" y="4508627"/>
                    <a:pt x="269537" y="4501515"/>
                    <a:pt x="278300" y="4501515"/>
                  </a:cubicBezTo>
                  <a:cubicBezTo>
                    <a:pt x="287063" y="4501515"/>
                    <a:pt x="294175" y="4508627"/>
                    <a:pt x="294175" y="4517390"/>
                  </a:cubicBezTo>
                  <a:lnTo>
                    <a:pt x="294175" y="4580890"/>
                  </a:lnTo>
                  <a:cubicBezTo>
                    <a:pt x="294175" y="4589653"/>
                    <a:pt x="287063" y="4596765"/>
                    <a:pt x="278300" y="4596765"/>
                  </a:cubicBezTo>
                  <a:cubicBezTo>
                    <a:pt x="269537" y="4596765"/>
                    <a:pt x="262425" y="4589653"/>
                    <a:pt x="262425" y="4580890"/>
                  </a:cubicBezTo>
                  <a:close/>
                  <a:moveTo>
                    <a:pt x="262425" y="4453890"/>
                  </a:moveTo>
                  <a:lnTo>
                    <a:pt x="262425" y="4390390"/>
                  </a:lnTo>
                  <a:cubicBezTo>
                    <a:pt x="262425" y="4381627"/>
                    <a:pt x="269537" y="4374515"/>
                    <a:pt x="278300" y="4374515"/>
                  </a:cubicBezTo>
                  <a:cubicBezTo>
                    <a:pt x="287063" y="4374515"/>
                    <a:pt x="294175" y="4381627"/>
                    <a:pt x="294175" y="4390390"/>
                  </a:cubicBezTo>
                  <a:lnTo>
                    <a:pt x="294175" y="4453890"/>
                  </a:lnTo>
                  <a:cubicBezTo>
                    <a:pt x="294175" y="4462653"/>
                    <a:pt x="287063" y="4469765"/>
                    <a:pt x="278300" y="4469765"/>
                  </a:cubicBezTo>
                  <a:cubicBezTo>
                    <a:pt x="269537" y="4469765"/>
                    <a:pt x="262425" y="4462653"/>
                    <a:pt x="262425" y="4453890"/>
                  </a:cubicBezTo>
                  <a:close/>
                  <a:moveTo>
                    <a:pt x="262425" y="4326890"/>
                  </a:moveTo>
                  <a:lnTo>
                    <a:pt x="262425" y="4263390"/>
                  </a:lnTo>
                  <a:cubicBezTo>
                    <a:pt x="262425" y="4254627"/>
                    <a:pt x="269537" y="4247515"/>
                    <a:pt x="278300" y="4247515"/>
                  </a:cubicBezTo>
                  <a:cubicBezTo>
                    <a:pt x="287063" y="4247515"/>
                    <a:pt x="294175" y="4254627"/>
                    <a:pt x="294175" y="4263390"/>
                  </a:cubicBezTo>
                  <a:lnTo>
                    <a:pt x="294175" y="4326890"/>
                  </a:lnTo>
                  <a:cubicBezTo>
                    <a:pt x="294175" y="4335653"/>
                    <a:pt x="287063" y="4342765"/>
                    <a:pt x="278300" y="4342765"/>
                  </a:cubicBezTo>
                  <a:cubicBezTo>
                    <a:pt x="269537" y="4342765"/>
                    <a:pt x="262425" y="4335653"/>
                    <a:pt x="262425" y="4326890"/>
                  </a:cubicBezTo>
                  <a:close/>
                  <a:moveTo>
                    <a:pt x="262425" y="4199890"/>
                  </a:moveTo>
                  <a:lnTo>
                    <a:pt x="262425" y="4136390"/>
                  </a:lnTo>
                  <a:cubicBezTo>
                    <a:pt x="262425" y="4127627"/>
                    <a:pt x="269537" y="4120515"/>
                    <a:pt x="278300" y="4120515"/>
                  </a:cubicBezTo>
                  <a:cubicBezTo>
                    <a:pt x="287063" y="4120515"/>
                    <a:pt x="294175" y="4127627"/>
                    <a:pt x="294175" y="4136390"/>
                  </a:cubicBezTo>
                  <a:lnTo>
                    <a:pt x="294175" y="4199890"/>
                  </a:lnTo>
                  <a:cubicBezTo>
                    <a:pt x="294175" y="4208653"/>
                    <a:pt x="287063" y="4215765"/>
                    <a:pt x="278300" y="4215765"/>
                  </a:cubicBezTo>
                  <a:cubicBezTo>
                    <a:pt x="269537" y="4215765"/>
                    <a:pt x="262425" y="4208653"/>
                    <a:pt x="262425" y="4199890"/>
                  </a:cubicBezTo>
                  <a:close/>
                  <a:moveTo>
                    <a:pt x="262425" y="4072890"/>
                  </a:moveTo>
                  <a:lnTo>
                    <a:pt x="262425" y="4009390"/>
                  </a:lnTo>
                  <a:cubicBezTo>
                    <a:pt x="262425" y="4000627"/>
                    <a:pt x="269537" y="3993515"/>
                    <a:pt x="278300" y="3993515"/>
                  </a:cubicBezTo>
                  <a:cubicBezTo>
                    <a:pt x="287063" y="3993515"/>
                    <a:pt x="294175" y="4000627"/>
                    <a:pt x="294175" y="4009390"/>
                  </a:cubicBezTo>
                  <a:lnTo>
                    <a:pt x="294175" y="4072890"/>
                  </a:lnTo>
                  <a:cubicBezTo>
                    <a:pt x="294175" y="4081653"/>
                    <a:pt x="287063" y="4088765"/>
                    <a:pt x="278300" y="4088765"/>
                  </a:cubicBezTo>
                  <a:cubicBezTo>
                    <a:pt x="269537" y="4088765"/>
                    <a:pt x="262425" y="4081653"/>
                    <a:pt x="262425" y="4072890"/>
                  </a:cubicBezTo>
                  <a:close/>
                  <a:moveTo>
                    <a:pt x="262425" y="3945890"/>
                  </a:moveTo>
                  <a:lnTo>
                    <a:pt x="262425" y="3882390"/>
                  </a:lnTo>
                  <a:cubicBezTo>
                    <a:pt x="262425" y="3873627"/>
                    <a:pt x="269537" y="3866515"/>
                    <a:pt x="278300" y="3866515"/>
                  </a:cubicBezTo>
                  <a:cubicBezTo>
                    <a:pt x="287063" y="3866515"/>
                    <a:pt x="294175" y="3873627"/>
                    <a:pt x="294175" y="3882390"/>
                  </a:cubicBezTo>
                  <a:lnTo>
                    <a:pt x="294175" y="3945890"/>
                  </a:lnTo>
                  <a:cubicBezTo>
                    <a:pt x="294175" y="3954653"/>
                    <a:pt x="287063" y="3961765"/>
                    <a:pt x="278300" y="3961765"/>
                  </a:cubicBezTo>
                  <a:cubicBezTo>
                    <a:pt x="269537" y="3961765"/>
                    <a:pt x="262425" y="3954653"/>
                    <a:pt x="262425" y="3945890"/>
                  </a:cubicBezTo>
                  <a:close/>
                  <a:moveTo>
                    <a:pt x="262425" y="3818890"/>
                  </a:moveTo>
                  <a:lnTo>
                    <a:pt x="262425" y="3755390"/>
                  </a:lnTo>
                  <a:cubicBezTo>
                    <a:pt x="262425" y="3746627"/>
                    <a:pt x="269537" y="3739515"/>
                    <a:pt x="278300" y="3739515"/>
                  </a:cubicBezTo>
                  <a:cubicBezTo>
                    <a:pt x="287063" y="3739515"/>
                    <a:pt x="294175" y="3746627"/>
                    <a:pt x="294175" y="3755390"/>
                  </a:cubicBezTo>
                  <a:lnTo>
                    <a:pt x="294175" y="3818890"/>
                  </a:lnTo>
                  <a:cubicBezTo>
                    <a:pt x="294175" y="3827653"/>
                    <a:pt x="287063" y="3834765"/>
                    <a:pt x="278300" y="3834765"/>
                  </a:cubicBezTo>
                  <a:cubicBezTo>
                    <a:pt x="269537" y="3834765"/>
                    <a:pt x="262425" y="3827653"/>
                    <a:pt x="262425" y="3818890"/>
                  </a:cubicBezTo>
                  <a:close/>
                  <a:moveTo>
                    <a:pt x="262425" y="3691890"/>
                  </a:moveTo>
                  <a:lnTo>
                    <a:pt x="262425" y="3628390"/>
                  </a:lnTo>
                  <a:cubicBezTo>
                    <a:pt x="262425" y="3619627"/>
                    <a:pt x="269537" y="3612515"/>
                    <a:pt x="278300" y="3612515"/>
                  </a:cubicBezTo>
                  <a:cubicBezTo>
                    <a:pt x="287063" y="3612515"/>
                    <a:pt x="294175" y="3619627"/>
                    <a:pt x="294175" y="3628390"/>
                  </a:cubicBezTo>
                  <a:lnTo>
                    <a:pt x="294175" y="3691890"/>
                  </a:lnTo>
                  <a:cubicBezTo>
                    <a:pt x="294175" y="3700653"/>
                    <a:pt x="287063" y="3707765"/>
                    <a:pt x="278300" y="3707765"/>
                  </a:cubicBezTo>
                  <a:cubicBezTo>
                    <a:pt x="269537" y="3707765"/>
                    <a:pt x="262425" y="3700653"/>
                    <a:pt x="262425" y="3691890"/>
                  </a:cubicBezTo>
                  <a:close/>
                  <a:moveTo>
                    <a:pt x="262425" y="3564890"/>
                  </a:moveTo>
                  <a:lnTo>
                    <a:pt x="262425" y="3501390"/>
                  </a:lnTo>
                  <a:cubicBezTo>
                    <a:pt x="262425" y="3492627"/>
                    <a:pt x="269537" y="3485515"/>
                    <a:pt x="278300" y="3485515"/>
                  </a:cubicBezTo>
                  <a:cubicBezTo>
                    <a:pt x="287063" y="3485515"/>
                    <a:pt x="294175" y="3492627"/>
                    <a:pt x="294175" y="3501390"/>
                  </a:cubicBezTo>
                  <a:lnTo>
                    <a:pt x="294175" y="3564890"/>
                  </a:lnTo>
                  <a:cubicBezTo>
                    <a:pt x="294175" y="3573653"/>
                    <a:pt x="287063" y="3580765"/>
                    <a:pt x="278300" y="3580765"/>
                  </a:cubicBezTo>
                  <a:cubicBezTo>
                    <a:pt x="269537" y="3580765"/>
                    <a:pt x="262425" y="3573653"/>
                    <a:pt x="262425" y="3564890"/>
                  </a:cubicBezTo>
                  <a:close/>
                  <a:moveTo>
                    <a:pt x="262425" y="3437890"/>
                  </a:moveTo>
                  <a:lnTo>
                    <a:pt x="262425" y="3374390"/>
                  </a:lnTo>
                  <a:cubicBezTo>
                    <a:pt x="262425" y="3365627"/>
                    <a:pt x="269537" y="3358515"/>
                    <a:pt x="278300" y="3358515"/>
                  </a:cubicBezTo>
                  <a:cubicBezTo>
                    <a:pt x="287063" y="3358515"/>
                    <a:pt x="294175" y="3365627"/>
                    <a:pt x="294175" y="3374390"/>
                  </a:cubicBezTo>
                  <a:lnTo>
                    <a:pt x="294175" y="3437890"/>
                  </a:lnTo>
                  <a:cubicBezTo>
                    <a:pt x="294175" y="3446653"/>
                    <a:pt x="287063" y="3453765"/>
                    <a:pt x="278300" y="3453765"/>
                  </a:cubicBezTo>
                  <a:cubicBezTo>
                    <a:pt x="269537" y="3453765"/>
                    <a:pt x="262425" y="3446653"/>
                    <a:pt x="262425" y="3437890"/>
                  </a:cubicBezTo>
                  <a:close/>
                  <a:moveTo>
                    <a:pt x="262425" y="3310890"/>
                  </a:moveTo>
                  <a:lnTo>
                    <a:pt x="262425" y="3247390"/>
                  </a:lnTo>
                  <a:cubicBezTo>
                    <a:pt x="262425" y="3238627"/>
                    <a:pt x="269537" y="3231515"/>
                    <a:pt x="278300" y="3231515"/>
                  </a:cubicBezTo>
                  <a:cubicBezTo>
                    <a:pt x="287063" y="3231515"/>
                    <a:pt x="294175" y="3238627"/>
                    <a:pt x="294175" y="3247390"/>
                  </a:cubicBezTo>
                  <a:lnTo>
                    <a:pt x="294175" y="3310890"/>
                  </a:lnTo>
                  <a:cubicBezTo>
                    <a:pt x="294175" y="3319653"/>
                    <a:pt x="287063" y="3326765"/>
                    <a:pt x="278300" y="3326765"/>
                  </a:cubicBezTo>
                  <a:cubicBezTo>
                    <a:pt x="269537" y="3326765"/>
                    <a:pt x="262425" y="3319653"/>
                    <a:pt x="262425" y="3310890"/>
                  </a:cubicBezTo>
                  <a:close/>
                  <a:moveTo>
                    <a:pt x="262425" y="3183890"/>
                  </a:moveTo>
                  <a:lnTo>
                    <a:pt x="262425" y="3120390"/>
                  </a:lnTo>
                  <a:cubicBezTo>
                    <a:pt x="262425" y="3111627"/>
                    <a:pt x="269537" y="3104515"/>
                    <a:pt x="278300" y="3104515"/>
                  </a:cubicBezTo>
                  <a:cubicBezTo>
                    <a:pt x="287063" y="3104515"/>
                    <a:pt x="294175" y="3111627"/>
                    <a:pt x="294175" y="3120390"/>
                  </a:cubicBezTo>
                  <a:lnTo>
                    <a:pt x="294175" y="3183890"/>
                  </a:lnTo>
                  <a:cubicBezTo>
                    <a:pt x="294175" y="3192653"/>
                    <a:pt x="287063" y="3199765"/>
                    <a:pt x="278300" y="3199765"/>
                  </a:cubicBezTo>
                  <a:cubicBezTo>
                    <a:pt x="269537" y="3199765"/>
                    <a:pt x="262425" y="3192653"/>
                    <a:pt x="262425" y="3183890"/>
                  </a:cubicBezTo>
                  <a:close/>
                  <a:moveTo>
                    <a:pt x="262425" y="3056890"/>
                  </a:moveTo>
                  <a:lnTo>
                    <a:pt x="262425" y="2993390"/>
                  </a:lnTo>
                  <a:cubicBezTo>
                    <a:pt x="262425" y="2984627"/>
                    <a:pt x="269537" y="2977515"/>
                    <a:pt x="278300" y="2977515"/>
                  </a:cubicBezTo>
                  <a:cubicBezTo>
                    <a:pt x="287063" y="2977515"/>
                    <a:pt x="294175" y="2984627"/>
                    <a:pt x="294175" y="2993390"/>
                  </a:cubicBezTo>
                  <a:lnTo>
                    <a:pt x="294175" y="3056890"/>
                  </a:lnTo>
                  <a:cubicBezTo>
                    <a:pt x="294175" y="3065653"/>
                    <a:pt x="287063" y="3072765"/>
                    <a:pt x="278300" y="3072765"/>
                  </a:cubicBezTo>
                  <a:cubicBezTo>
                    <a:pt x="269537" y="3072765"/>
                    <a:pt x="262425" y="3065653"/>
                    <a:pt x="262425" y="3056890"/>
                  </a:cubicBezTo>
                  <a:close/>
                  <a:moveTo>
                    <a:pt x="262425" y="2929890"/>
                  </a:moveTo>
                  <a:lnTo>
                    <a:pt x="262425" y="2866390"/>
                  </a:lnTo>
                  <a:cubicBezTo>
                    <a:pt x="262425" y="2857627"/>
                    <a:pt x="269537" y="2850515"/>
                    <a:pt x="278300" y="2850515"/>
                  </a:cubicBezTo>
                  <a:cubicBezTo>
                    <a:pt x="287063" y="2850515"/>
                    <a:pt x="294175" y="2857627"/>
                    <a:pt x="294175" y="2866390"/>
                  </a:cubicBezTo>
                  <a:lnTo>
                    <a:pt x="294175" y="2929890"/>
                  </a:lnTo>
                  <a:cubicBezTo>
                    <a:pt x="294175" y="2938653"/>
                    <a:pt x="287063" y="2945765"/>
                    <a:pt x="278300" y="2945765"/>
                  </a:cubicBezTo>
                  <a:cubicBezTo>
                    <a:pt x="269537" y="2945765"/>
                    <a:pt x="262425" y="2938653"/>
                    <a:pt x="262425" y="2929890"/>
                  </a:cubicBezTo>
                  <a:close/>
                  <a:moveTo>
                    <a:pt x="262425" y="2802890"/>
                  </a:moveTo>
                  <a:lnTo>
                    <a:pt x="262425" y="2739390"/>
                  </a:lnTo>
                  <a:cubicBezTo>
                    <a:pt x="262425" y="2730627"/>
                    <a:pt x="269537" y="2723515"/>
                    <a:pt x="278300" y="2723515"/>
                  </a:cubicBezTo>
                  <a:cubicBezTo>
                    <a:pt x="287063" y="2723515"/>
                    <a:pt x="294175" y="2730627"/>
                    <a:pt x="294175" y="2739390"/>
                  </a:cubicBezTo>
                  <a:lnTo>
                    <a:pt x="294175" y="2802890"/>
                  </a:lnTo>
                  <a:cubicBezTo>
                    <a:pt x="294175" y="2811653"/>
                    <a:pt x="287063" y="2818765"/>
                    <a:pt x="278300" y="2818765"/>
                  </a:cubicBezTo>
                  <a:cubicBezTo>
                    <a:pt x="269537" y="2818765"/>
                    <a:pt x="262425" y="2811653"/>
                    <a:pt x="262425" y="2802890"/>
                  </a:cubicBezTo>
                  <a:close/>
                  <a:moveTo>
                    <a:pt x="262425" y="2675890"/>
                  </a:moveTo>
                  <a:lnTo>
                    <a:pt x="262425" y="2612390"/>
                  </a:lnTo>
                  <a:cubicBezTo>
                    <a:pt x="262425" y="2603627"/>
                    <a:pt x="269537" y="2596515"/>
                    <a:pt x="278300" y="2596515"/>
                  </a:cubicBezTo>
                  <a:cubicBezTo>
                    <a:pt x="287063" y="2596515"/>
                    <a:pt x="294175" y="2603627"/>
                    <a:pt x="294175" y="2612390"/>
                  </a:cubicBezTo>
                  <a:lnTo>
                    <a:pt x="294175" y="2675890"/>
                  </a:lnTo>
                  <a:cubicBezTo>
                    <a:pt x="294175" y="2684653"/>
                    <a:pt x="287063" y="2691765"/>
                    <a:pt x="278300" y="2691765"/>
                  </a:cubicBezTo>
                  <a:cubicBezTo>
                    <a:pt x="269537" y="2691765"/>
                    <a:pt x="262425" y="2684653"/>
                    <a:pt x="262425" y="2675890"/>
                  </a:cubicBezTo>
                  <a:close/>
                  <a:moveTo>
                    <a:pt x="262425" y="2548890"/>
                  </a:moveTo>
                  <a:lnTo>
                    <a:pt x="262425" y="2485390"/>
                  </a:lnTo>
                  <a:cubicBezTo>
                    <a:pt x="262425" y="2476627"/>
                    <a:pt x="269537" y="2469515"/>
                    <a:pt x="278300" y="2469515"/>
                  </a:cubicBezTo>
                  <a:cubicBezTo>
                    <a:pt x="287063" y="2469515"/>
                    <a:pt x="294175" y="2476627"/>
                    <a:pt x="294175" y="2485390"/>
                  </a:cubicBezTo>
                  <a:lnTo>
                    <a:pt x="294175" y="2548890"/>
                  </a:lnTo>
                  <a:cubicBezTo>
                    <a:pt x="294175" y="2557653"/>
                    <a:pt x="287063" y="2564765"/>
                    <a:pt x="278300" y="2564765"/>
                  </a:cubicBezTo>
                  <a:cubicBezTo>
                    <a:pt x="269537" y="2564765"/>
                    <a:pt x="262425" y="2557653"/>
                    <a:pt x="262425" y="2548890"/>
                  </a:cubicBezTo>
                  <a:close/>
                  <a:moveTo>
                    <a:pt x="262425" y="2421890"/>
                  </a:moveTo>
                  <a:lnTo>
                    <a:pt x="262425" y="2358390"/>
                  </a:lnTo>
                  <a:cubicBezTo>
                    <a:pt x="262425" y="2349627"/>
                    <a:pt x="269537" y="2342515"/>
                    <a:pt x="278300" y="2342515"/>
                  </a:cubicBezTo>
                  <a:cubicBezTo>
                    <a:pt x="287063" y="2342515"/>
                    <a:pt x="294175" y="2349627"/>
                    <a:pt x="294175" y="2358390"/>
                  </a:cubicBezTo>
                  <a:lnTo>
                    <a:pt x="294175" y="2421890"/>
                  </a:lnTo>
                  <a:cubicBezTo>
                    <a:pt x="294175" y="2430653"/>
                    <a:pt x="287063" y="2437765"/>
                    <a:pt x="278300" y="2437765"/>
                  </a:cubicBezTo>
                  <a:cubicBezTo>
                    <a:pt x="269537" y="2437765"/>
                    <a:pt x="262425" y="2430653"/>
                    <a:pt x="262425" y="2421890"/>
                  </a:cubicBezTo>
                  <a:close/>
                  <a:moveTo>
                    <a:pt x="262425" y="2294890"/>
                  </a:moveTo>
                  <a:lnTo>
                    <a:pt x="262425" y="2231390"/>
                  </a:lnTo>
                  <a:cubicBezTo>
                    <a:pt x="262425" y="2222627"/>
                    <a:pt x="269537" y="2215515"/>
                    <a:pt x="278300" y="2215515"/>
                  </a:cubicBezTo>
                  <a:cubicBezTo>
                    <a:pt x="287063" y="2215515"/>
                    <a:pt x="294175" y="2222627"/>
                    <a:pt x="294175" y="2231390"/>
                  </a:cubicBezTo>
                  <a:lnTo>
                    <a:pt x="294175" y="2294890"/>
                  </a:lnTo>
                  <a:cubicBezTo>
                    <a:pt x="294175" y="2303653"/>
                    <a:pt x="287063" y="2310765"/>
                    <a:pt x="278300" y="2310765"/>
                  </a:cubicBezTo>
                  <a:cubicBezTo>
                    <a:pt x="269537" y="2310765"/>
                    <a:pt x="262425" y="2303653"/>
                    <a:pt x="262425" y="2294890"/>
                  </a:cubicBezTo>
                  <a:close/>
                  <a:moveTo>
                    <a:pt x="262425" y="2167890"/>
                  </a:moveTo>
                  <a:lnTo>
                    <a:pt x="262425" y="2104390"/>
                  </a:lnTo>
                  <a:cubicBezTo>
                    <a:pt x="262425" y="2095627"/>
                    <a:pt x="269537" y="2088515"/>
                    <a:pt x="278300" y="2088515"/>
                  </a:cubicBezTo>
                  <a:cubicBezTo>
                    <a:pt x="287063" y="2088515"/>
                    <a:pt x="294175" y="2095627"/>
                    <a:pt x="294175" y="2104390"/>
                  </a:cubicBezTo>
                  <a:lnTo>
                    <a:pt x="294175" y="2167890"/>
                  </a:lnTo>
                  <a:cubicBezTo>
                    <a:pt x="294175" y="2176653"/>
                    <a:pt x="287063" y="2183765"/>
                    <a:pt x="278300" y="2183765"/>
                  </a:cubicBezTo>
                  <a:cubicBezTo>
                    <a:pt x="269537" y="2183765"/>
                    <a:pt x="262425" y="2176653"/>
                    <a:pt x="262425" y="2167890"/>
                  </a:cubicBezTo>
                  <a:close/>
                  <a:moveTo>
                    <a:pt x="262425" y="2040890"/>
                  </a:moveTo>
                  <a:lnTo>
                    <a:pt x="262425" y="1977390"/>
                  </a:lnTo>
                  <a:cubicBezTo>
                    <a:pt x="262425" y="1968627"/>
                    <a:pt x="269537" y="1961515"/>
                    <a:pt x="278300" y="1961515"/>
                  </a:cubicBezTo>
                  <a:cubicBezTo>
                    <a:pt x="287063" y="1961515"/>
                    <a:pt x="294175" y="1968627"/>
                    <a:pt x="294175" y="1977390"/>
                  </a:cubicBezTo>
                  <a:lnTo>
                    <a:pt x="294175" y="2040890"/>
                  </a:lnTo>
                  <a:cubicBezTo>
                    <a:pt x="294175" y="2049653"/>
                    <a:pt x="287063" y="2056765"/>
                    <a:pt x="278300" y="2056765"/>
                  </a:cubicBezTo>
                  <a:cubicBezTo>
                    <a:pt x="269537" y="2056765"/>
                    <a:pt x="262425" y="2049653"/>
                    <a:pt x="262425" y="2040890"/>
                  </a:cubicBezTo>
                  <a:close/>
                  <a:moveTo>
                    <a:pt x="262425" y="1913890"/>
                  </a:moveTo>
                  <a:lnTo>
                    <a:pt x="262425" y="1850390"/>
                  </a:lnTo>
                  <a:cubicBezTo>
                    <a:pt x="262425" y="1841627"/>
                    <a:pt x="269537" y="1834515"/>
                    <a:pt x="278300" y="1834515"/>
                  </a:cubicBezTo>
                  <a:cubicBezTo>
                    <a:pt x="287063" y="1834515"/>
                    <a:pt x="294175" y="1841627"/>
                    <a:pt x="294175" y="1850390"/>
                  </a:cubicBezTo>
                  <a:lnTo>
                    <a:pt x="294175" y="1913890"/>
                  </a:lnTo>
                  <a:cubicBezTo>
                    <a:pt x="294175" y="1922653"/>
                    <a:pt x="287063" y="1929765"/>
                    <a:pt x="278300" y="1929765"/>
                  </a:cubicBezTo>
                  <a:cubicBezTo>
                    <a:pt x="269537" y="1929765"/>
                    <a:pt x="262425" y="1922653"/>
                    <a:pt x="262425" y="1913890"/>
                  </a:cubicBezTo>
                  <a:close/>
                  <a:moveTo>
                    <a:pt x="262425" y="1786890"/>
                  </a:moveTo>
                  <a:lnTo>
                    <a:pt x="262425" y="1723390"/>
                  </a:lnTo>
                  <a:cubicBezTo>
                    <a:pt x="262425" y="1714627"/>
                    <a:pt x="269537" y="1707515"/>
                    <a:pt x="278300" y="1707515"/>
                  </a:cubicBezTo>
                  <a:cubicBezTo>
                    <a:pt x="287063" y="1707515"/>
                    <a:pt x="294175" y="1714627"/>
                    <a:pt x="294175" y="1723390"/>
                  </a:cubicBezTo>
                  <a:lnTo>
                    <a:pt x="294175" y="1786890"/>
                  </a:lnTo>
                  <a:cubicBezTo>
                    <a:pt x="294175" y="1795653"/>
                    <a:pt x="287063" y="1802765"/>
                    <a:pt x="278300" y="1802765"/>
                  </a:cubicBezTo>
                  <a:cubicBezTo>
                    <a:pt x="269537" y="1802765"/>
                    <a:pt x="262425" y="1795653"/>
                    <a:pt x="262425" y="1786890"/>
                  </a:cubicBezTo>
                  <a:close/>
                  <a:moveTo>
                    <a:pt x="262425" y="1659890"/>
                  </a:moveTo>
                  <a:lnTo>
                    <a:pt x="262425" y="1596390"/>
                  </a:lnTo>
                  <a:cubicBezTo>
                    <a:pt x="262425" y="1587627"/>
                    <a:pt x="269537" y="1580515"/>
                    <a:pt x="278300" y="1580515"/>
                  </a:cubicBezTo>
                  <a:cubicBezTo>
                    <a:pt x="287063" y="1580515"/>
                    <a:pt x="294175" y="1587627"/>
                    <a:pt x="294175" y="1596390"/>
                  </a:cubicBezTo>
                  <a:lnTo>
                    <a:pt x="294175" y="1659890"/>
                  </a:lnTo>
                  <a:cubicBezTo>
                    <a:pt x="294175" y="1668653"/>
                    <a:pt x="287063" y="1675765"/>
                    <a:pt x="278300" y="1675765"/>
                  </a:cubicBezTo>
                  <a:cubicBezTo>
                    <a:pt x="269537" y="1675765"/>
                    <a:pt x="262425" y="1668653"/>
                    <a:pt x="262425" y="1659890"/>
                  </a:cubicBezTo>
                  <a:close/>
                  <a:moveTo>
                    <a:pt x="262425" y="1532890"/>
                  </a:moveTo>
                  <a:lnTo>
                    <a:pt x="262425" y="1469390"/>
                  </a:lnTo>
                  <a:cubicBezTo>
                    <a:pt x="262425" y="1460627"/>
                    <a:pt x="269537" y="1453515"/>
                    <a:pt x="278300" y="1453515"/>
                  </a:cubicBezTo>
                  <a:cubicBezTo>
                    <a:pt x="287063" y="1453515"/>
                    <a:pt x="294175" y="1460627"/>
                    <a:pt x="294175" y="1469390"/>
                  </a:cubicBezTo>
                  <a:lnTo>
                    <a:pt x="294175" y="1532890"/>
                  </a:lnTo>
                  <a:cubicBezTo>
                    <a:pt x="294175" y="1541653"/>
                    <a:pt x="287063" y="1548765"/>
                    <a:pt x="278300" y="1548765"/>
                  </a:cubicBezTo>
                  <a:cubicBezTo>
                    <a:pt x="269537" y="1548765"/>
                    <a:pt x="262425" y="1541653"/>
                    <a:pt x="262425" y="1532890"/>
                  </a:cubicBezTo>
                  <a:close/>
                  <a:moveTo>
                    <a:pt x="262425" y="1405890"/>
                  </a:moveTo>
                  <a:lnTo>
                    <a:pt x="262425" y="1342390"/>
                  </a:lnTo>
                  <a:cubicBezTo>
                    <a:pt x="262425" y="1333627"/>
                    <a:pt x="269537" y="1326515"/>
                    <a:pt x="278300" y="1326515"/>
                  </a:cubicBezTo>
                  <a:cubicBezTo>
                    <a:pt x="287063" y="1326515"/>
                    <a:pt x="294175" y="1333627"/>
                    <a:pt x="294175" y="1342390"/>
                  </a:cubicBezTo>
                  <a:lnTo>
                    <a:pt x="294175" y="1405890"/>
                  </a:lnTo>
                  <a:cubicBezTo>
                    <a:pt x="294175" y="1414653"/>
                    <a:pt x="287063" y="1421765"/>
                    <a:pt x="278300" y="1421765"/>
                  </a:cubicBezTo>
                  <a:cubicBezTo>
                    <a:pt x="269537" y="1421765"/>
                    <a:pt x="262425" y="1414653"/>
                    <a:pt x="262425" y="1405890"/>
                  </a:cubicBezTo>
                  <a:close/>
                  <a:moveTo>
                    <a:pt x="262425" y="1278890"/>
                  </a:moveTo>
                  <a:lnTo>
                    <a:pt x="262425" y="1215390"/>
                  </a:lnTo>
                  <a:cubicBezTo>
                    <a:pt x="262425" y="1206627"/>
                    <a:pt x="269537" y="1199515"/>
                    <a:pt x="278300" y="1199515"/>
                  </a:cubicBezTo>
                  <a:cubicBezTo>
                    <a:pt x="287063" y="1199515"/>
                    <a:pt x="294175" y="1206627"/>
                    <a:pt x="294175" y="1215390"/>
                  </a:cubicBezTo>
                  <a:lnTo>
                    <a:pt x="294175" y="1278890"/>
                  </a:lnTo>
                  <a:cubicBezTo>
                    <a:pt x="294175" y="1287653"/>
                    <a:pt x="287063" y="1294765"/>
                    <a:pt x="278300" y="1294765"/>
                  </a:cubicBezTo>
                  <a:cubicBezTo>
                    <a:pt x="269537" y="1294765"/>
                    <a:pt x="262425" y="1287653"/>
                    <a:pt x="262425" y="1278890"/>
                  </a:cubicBezTo>
                  <a:close/>
                  <a:moveTo>
                    <a:pt x="262425" y="1151890"/>
                  </a:moveTo>
                  <a:lnTo>
                    <a:pt x="262425" y="1088390"/>
                  </a:lnTo>
                  <a:cubicBezTo>
                    <a:pt x="262425" y="1079627"/>
                    <a:pt x="269537" y="1072515"/>
                    <a:pt x="278300" y="1072515"/>
                  </a:cubicBezTo>
                  <a:cubicBezTo>
                    <a:pt x="287063" y="1072515"/>
                    <a:pt x="294175" y="1079627"/>
                    <a:pt x="294175" y="1088390"/>
                  </a:cubicBezTo>
                  <a:lnTo>
                    <a:pt x="294175" y="1151890"/>
                  </a:lnTo>
                  <a:cubicBezTo>
                    <a:pt x="294175" y="1160653"/>
                    <a:pt x="287063" y="1167765"/>
                    <a:pt x="278300" y="1167765"/>
                  </a:cubicBezTo>
                  <a:cubicBezTo>
                    <a:pt x="269537" y="1167765"/>
                    <a:pt x="262425" y="1160653"/>
                    <a:pt x="262425" y="1151890"/>
                  </a:cubicBezTo>
                  <a:close/>
                  <a:moveTo>
                    <a:pt x="262425" y="1024890"/>
                  </a:moveTo>
                  <a:lnTo>
                    <a:pt x="262425" y="961390"/>
                  </a:lnTo>
                  <a:cubicBezTo>
                    <a:pt x="262425" y="952627"/>
                    <a:pt x="269537" y="945515"/>
                    <a:pt x="278300" y="945515"/>
                  </a:cubicBezTo>
                  <a:cubicBezTo>
                    <a:pt x="287063" y="945515"/>
                    <a:pt x="294175" y="952627"/>
                    <a:pt x="294175" y="961390"/>
                  </a:cubicBezTo>
                  <a:lnTo>
                    <a:pt x="294175" y="1024890"/>
                  </a:lnTo>
                  <a:cubicBezTo>
                    <a:pt x="294175" y="1033653"/>
                    <a:pt x="287063" y="1040765"/>
                    <a:pt x="278300" y="1040765"/>
                  </a:cubicBezTo>
                  <a:cubicBezTo>
                    <a:pt x="269537" y="1040765"/>
                    <a:pt x="262425" y="1033653"/>
                    <a:pt x="262425" y="1024890"/>
                  </a:cubicBezTo>
                  <a:close/>
                  <a:moveTo>
                    <a:pt x="262425" y="897890"/>
                  </a:moveTo>
                  <a:lnTo>
                    <a:pt x="262425" y="834390"/>
                  </a:lnTo>
                  <a:cubicBezTo>
                    <a:pt x="262425" y="825627"/>
                    <a:pt x="269537" y="818515"/>
                    <a:pt x="278300" y="818515"/>
                  </a:cubicBezTo>
                  <a:cubicBezTo>
                    <a:pt x="287063" y="818515"/>
                    <a:pt x="294175" y="825627"/>
                    <a:pt x="294175" y="834390"/>
                  </a:cubicBezTo>
                  <a:lnTo>
                    <a:pt x="294175" y="897890"/>
                  </a:lnTo>
                  <a:cubicBezTo>
                    <a:pt x="294175" y="906653"/>
                    <a:pt x="287063" y="913765"/>
                    <a:pt x="278300" y="913765"/>
                  </a:cubicBezTo>
                  <a:cubicBezTo>
                    <a:pt x="269537" y="913765"/>
                    <a:pt x="262425" y="906653"/>
                    <a:pt x="262425" y="897890"/>
                  </a:cubicBezTo>
                  <a:close/>
                  <a:moveTo>
                    <a:pt x="262425" y="770890"/>
                  </a:moveTo>
                  <a:lnTo>
                    <a:pt x="262425" y="709168"/>
                  </a:lnTo>
                  <a:lnTo>
                    <a:pt x="278300" y="709168"/>
                  </a:lnTo>
                  <a:lnTo>
                    <a:pt x="262425" y="709168"/>
                  </a:lnTo>
                  <a:cubicBezTo>
                    <a:pt x="262425" y="708660"/>
                    <a:pt x="262425" y="708025"/>
                    <a:pt x="262425" y="707517"/>
                  </a:cubicBezTo>
                  <a:cubicBezTo>
                    <a:pt x="262298" y="698754"/>
                    <a:pt x="269410" y="691515"/>
                    <a:pt x="278173" y="691515"/>
                  </a:cubicBezTo>
                  <a:cubicBezTo>
                    <a:pt x="286936" y="691515"/>
                    <a:pt x="294175" y="698500"/>
                    <a:pt x="294175" y="707263"/>
                  </a:cubicBezTo>
                  <a:cubicBezTo>
                    <a:pt x="294175" y="707898"/>
                    <a:pt x="294175" y="708533"/>
                    <a:pt x="294175" y="709168"/>
                  </a:cubicBezTo>
                  <a:lnTo>
                    <a:pt x="294175" y="770890"/>
                  </a:lnTo>
                  <a:cubicBezTo>
                    <a:pt x="294175" y="779653"/>
                    <a:pt x="287063" y="786765"/>
                    <a:pt x="278300" y="786765"/>
                  </a:cubicBezTo>
                  <a:cubicBezTo>
                    <a:pt x="269537" y="786765"/>
                    <a:pt x="262425" y="779653"/>
                    <a:pt x="262425" y="770890"/>
                  </a:cubicBezTo>
                  <a:close/>
                  <a:moveTo>
                    <a:pt x="252138" y="650621"/>
                  </a:moveTo>
                  <a:cubicBezTo>
                    <a:pt x="245661" y="632587"/>
                    <a:pt x="236136" y="615442"/>
                    <a:pt x="223944" y="599440"/>
                  </a:cubicBezTo>
                  <a:cubicBezTo>
                    <a:pt x="218610" y="592455"/>
                    <a:pt x="220007" y="582549"/>
                    <a:pt x="226992" y="577215"/>
                  </a:cubicBezTo>
                  <a:cubicBezTo>
                    <a:pt x="233977" y="571881"/>
                    <a:pt x="243883" y="573278"/>
                    <a:pt x="249217" y="580263"/>
                  </a:cubicBezTo>
                  <a:cubicBezTo>
                    <a:pt x="263187" y="598551"/>
                    <a:pt x="274236" y="618617"/>
                    <a:pt x="281983" y="639826"/>
                  </a:cubicBezTo>
                  <a:cubicBezTo>
                    <a:pt x="284904" y="648081"/>
                    <a:pt x="280713" y="657225"/>
                    <a:pt x="272458" y="660146"/>
                  </a:cubicBezTo>
                  <a:cubicBezTo>
                    <a:pt x="264203" y="663067"/>
                    <a:pt x="255059" y="658876"/>
                    <a:pt x="252138" y="650621"/>
                  </a:cubicBezTo>
                  <a:close/>
                  <a:moveTo>
                    <a:pt x="182161" y="557276"/>
                  </a:moveTo>
                  <a:cubicBezTo>
                    <a:pt x="166921" y="545338"/>
                    <a:pt x="149903" y="534670"/>
                    <a:pt x="131234" y="525780"/>
                  </a:cubicBezTo>
                  <a:cubicBezTo>
                    <a:pt x="123360" y="521970"/>
                    <a:pt x="120058" y="512445"/>
                    <a:pt x="123868" y="504571"/>
                  </a:cubicBezTo>
                  <a:cubicBezTo>
                    <a:pt x="127678" y="496697"/>
                    <a:pt x="137203" y="493395"/>
                    <a:pt x="145077" y="497205"/>
                  </a:cubicBezTo>
                  <a:cubicBezTo>
                    <a:pt x="165651" y="507111"/>
                    <a:pt x="184701" y="518922"/>
                    <a:pt x="201846" y="532384"/>
                  </a:cubicBezTo>
                  <a:cubicBezTo>
                    <a:pt x="208704" y="537845"/>
                    <a:pt x="209974" y="547751"/>
                    <a:pt x="204513" y="554736"/>
                  </a:cubicBezTo>
                  <a:cubicBezTo>
                    <a:pt x="199052" y="561721"/>
                    <a:pt x="189146" y="562864"/>
                    <a:pt x="182161" y="557403"/>
                  </a:cubicBezTo>
                  <a:close/>
                  <a:moveTo>
                    <a:pt x="74719" y="505079"/>
                  </a:moveTo>
                  <a:cubicBezTo>
                    <a:pt x="55542" y="499999"/>
                    <a:pt x="35476" y="496570"/>
                    <a:pt x="14648" y="495046"/>
                  </a:cubicBezTo>
                  <a:cubicBezTo>
                    <a:pt x="5885" y="494411"/>
                    <a:pt x="-592" y="486791"/>
                    <a:pt x="43" y="478028"/>
                  </a:cubicBezTo>
                  <a:cubicBezTo>
                    <a:pt x="678" y="469265"/>
                    <a:pt x="8298" y="462788"/>
                    <a:pt x="17061" y="463423"/>
                  </a:cubicBezTo>
                  <a:cubicBezTo>
                    <a:pt x="39794" y="465201"/>
                    <a:pt x="61765" y="468884"/>
                    <a:pt x="82720" y="474472"/>
                  </a:cubicBezTo>
                  <a:cubicBezTo>
                    <a:pt x="91229" y="476758"/>
                    <a:pt x="96309" y="485394"/>
                    <a:pt x="94023" y="493903"/>
                  </a:cubicBezTo>
                  <a:cubicBezTo>
                    <a:pt x="91737" y="502412"/>
                    <a:pt x="83101" y="507492"/>
                    <a:pt x="74592" y="505206"/>
                  </a:cubicBezTo>
                  <a:close/>
                  <a:moveTo>
                    <a:pt x="20744" y="460756"/>
                  </a:moveTo>
                  <a:cubicBezTo>
                    <a:pt x="41445" y="458724"/>
                    <a:pt x="61511" y="455041"/>
                    <a:pt x="80434" y="449580"/>
                  </a:cubicBezTo>
                  <a:cubicBezTo>
                    <a:pt x="88816" y="447167"/>
                    <a:pt x="97706" y="452120"/>
                    <a:pt x="99992" y="460502"/>
                  </a:cubicBezTo>
                  <a:cubicBezTo>
                    <a:pt x="102278" y="468884"/>
                    <a:pt x="97452" y="477774"/>
                    <a:pt x="89070" y="480060"/>
                  </a:cubicBezTo>
                  <a:cubicBezTo>
                    <a:pt x="68242" y="485902"/>
                    <a:pt x="46271" y="490093"/>
                    <a:pt x="23665" y="492252"/>
                  </a:cubicBezTo>
                  <a:cubicBezTo>
                    <a:pt x="14902" y="493141"/>
                    <a:pt x="7155" y="486664"/>
                    <a:pt x="6393" y="477901"/>
                  </a:cubicBezTo>
                  <a:cubicBezTo>
                    <a:pt x="5631" y="469138"/>
                    <a:pt x="11981" y="461391"/>
                    <a:pt x="20744" y="460629"/>
                  </a:cubicBezTo>
                  <a:close/>
                  <a:moveTo>
                    <a:pt x="136695" y="427609"/>
                  </a:moveTo>
                  <a:cubicBezTo>
                    <a:pt x="155110" y="418211"/>
                    <a:pt x="171874" y="407289"/>
                    <a:pt x="186860" y="394970"/>
                  </a:cubicBezTo>
                  <a:cubicBezTo>
                    <a:pt x="193591" y="389382"/>
                    <a:pt x="203624" y="390398"/>
                    <a:pt x="209212" y="397129"/>
                  </a:cubicBezTo>
                  <a:cubicBezTo>
                    <a:pt x="214800" y="403860"/>
                    <a:pt x="213784" y="413893"/>
                    <a:pt x="207053" y="419481"/>
                  </a:cubicBezTo>
                  <a:cubicBezTo>
                    <a:pt x="190289" y="433324"/>
                    <a:pt x="171493" y="445643"/>
                    <a:pt x="151046" y="455930"/>
                  </a:cubicBezTo>
                  <a:cubicBezTo>
                    <a:pt x="143172" y="459867"/>
                    <a:pt x="133647" y="456819"/>
                    <a:pt x="129710" y="448945"/>
                  </a:cubicBezTo>
                  <a:cubicBezTo>
                    <a:pt x="125773" y="441071"/>
                    <a:pt x="128821" y="431546"/>
                    <a:pt x="136695" y="427609"/>
                  </a:cubicBezTo>
                  <a:close/>
                  <a:moveTo>
                    <a:pt x="227500" y="351790"/>
                  </a:moveTo>
                  <a:cubicBezTo>
                    <a:pt x="239184" y="335534"/>
                    <a:pt x="248074" y="318135"/>
                    <a:pt x="254043" y="299847"/>
                  </a:cubicBezTo>
                  <a:cubicBezTo>
                    <a:pt x="256710" y="291465"/>
                    <a:pt x="265727" y="286893"/>
                    <a:pt x="273982" y="289687"/>
                  </a:cubicBezTo>
                  <a:cubicBezTo>
                    <a:pt x="282237" y="292481"/>
                    <a:pt x="286936" y="301371"/>
                    <a:pt x="284142" y="309626"/>
                  </a:cubicBezTo>
                  <a:cubicBezTo>
                    <a:pt x="277157" y="331216"/>
                    <a:pt x="266616" y="351536"/>
                    <a:pt x="253281" y="370332"/>
                  </a:cubicBezTo>
                  <a:cubicBezTo>
                    <a:pt x="248201" y="377444"/>
                    <a:pt x="238295" y="379095"/>
                    <a:pt x="231183" y="374015"/>
                  </a:cubicBezTo>
                  <a:cubicBezTo>
                    <a:pt x="224071" y="368935"/>
                    <a:pt x="222420" y="359029"/>
                    <a:pt x="227500" y="351917"/>
                  </a:cubicBezTo>
                  <a:close/>
                  <a:moveTo>
                    <a:pt x="262425" y="241808"/>
                  </a:moveTo>
                  <a:cubicBezTo>
                    <a:pt x="263060" y="218440"/>
                    <a:pt x="267632" y="195961"/>
                    <a:pt x="275760" y="174625"/>
                  </a:cubicBezTo>
                  <a:cubicBezTo>
                    <a:pt x="278808" y="166370"/>
                    <a:pt x="288079" y="162306"/>
                    <a:pt x="296207" y="165354"/>
                  </a:cubicBezTo>
                  <a:cubicBezTo>
                    <a:pt x="304335" y="168402"/>
                    <a:pt x="308526" y="177673"/>
                    <a:pt x="305478" y="185801"/>
                  </a:cubicBezTo>
                  <a:cubicBezTo>
                    <a:pt x="298620" y="203835"/>
                    <a:pt x="294810" y="222885"/>
                    <a:pt x="294302" y="242570"/>
                  </a:cubicBezTo>
                  <a:cubicBezTo>
                    <a:pt x="294048" y="251333"/>
                    <a:pt x="286809" y="258318"/>
                    <a:pt x="278046" y="258064"/>
                  </a:cubicBezTo>
                  <a:cubicBezTo>
                    <a:pt x="269283" y="257810"/>
                    <a:pt x="262298" y="250571"/>
                    <a:pt x="262552" y="241808"/>
                  </a:cubicBezTo>
                  <a:close/>
                  <a:moveTo>
                    <a:pt x="309415" y="115570"/>
                  </a:moveTo>
                  <a:cubicBezTo>
                    <a:pt x="323004" y="98171"/>
                    <a:pt x="339133" y="82296"/>
                    <a:pt x="357421" y="68326"/>
                  </a:cubicBezTo>
                  <a:cubicBezTo>
                    <a:pt x="364406" y="62992"/>
                    <a:pt x="374312" y="64262"/>
                    <a:pt x="379646" y="71247"/>
                  </a:cubicBezTo>
                  <a:cubicBezTo>
                    <a:pt x="384980" y="78232"/>
                    <a:pt x="383710" y="88138"/>
                    <a:pt x="376725" y="93472"/>
                  </a:cubicBezTo>
                  <a:cubicBezTo>
                    <a:pt x="360469" y="105918"/>
                    <a:pt x="346245" y="119888"/>
                    <a:pt x="334434" y="135128"/>
                  </a:cubicBezTo>
                  <a:cubicBezTo>
                    <a:pt x="329100" y="141986"/>
                    <a:pt x="319067" y="143256"/>
                    <a:pt x="312209" y="137922"/>
                  </a:cubicBezTo>
                  <a:cubicBezTo>
                    <a:pt x="305351" y="132588"/>
                    <a:pt x="304081" y="122555"/>
                    <a:pt x="309415" y="115697"/>
                  </a:cubicBezTo>
                  <a:close/>
                  <a:moveTo>
                    <a:pt x="414444" y="33782"/>
                  </a:moveTo>
                  <a:cubicBezTo>
                    <a:pt x="433875" y="24384"/>
                    <a:pt x="454703" y="16891"/>
                    <a:pt x="476674" y="11430"/>
                  </a:cubicBezTo>
                  <a:cubicBezTo>
                    <a:pt x="485183" y="9271"/>
                    <a:pt x="493819" y="14478"/>
                    <a:pt x="495978" y="22860"/>
                  </a:cubicBezTo>
                  <a:cubicBezTo>
                    <a:pt x="498137" y="31242"/>
                    <a:pt x="492930" y="40005"/>
                    <a:pt x="484548" y="42164"/>
                  </a:cubicBezTo>
                  <a:cubicBezTo>
                    <a:pt x="464609" y="47244"/>
                    <a:pt x="445559" y="54102"/>
                    <a:pt x="427906" y="62357"/>
                  </a:cubicBezTo>
                  <a:cubicBezTo>
                    <a:pt x="420032" y="66040"/>
                    <a:pt x="410507" y="62738"/>
                    <a:pt x="406824" y="54737"/>
                  </a:cubicBezTo>
                  <a:cubicBezTo>
                    <a:pt x="403141" y="46736"/>
                    <a:pt x="406443" y="37338"/>
                    <a:pt x="414444" y="33655"/>
                  </a:cubicBezTo>
                  <a:close/>
                  <a:moveTo>
                    <a:pt x="542333" y="889"/>
                  </a:moveTo>
                  <a:cubicBezTo>
                    <a:pt x="551096" y="254"/>
                    <a:pt x="559986" y="0"/>
                    <a:pt x="569003" y="0"/>
                  </a:cubicBezTo>
                  <a:cubicBezTo>
                    <a:pt x="577766" y="0"/>
                    <a:pt x="584878" y="7112"/>
                    <a:pt x="584878" y="15875"/>
                  </a:cubicBezTo>
                  <a:lnTo>
                    <a:pt x="584878" y="53848"/>
                  </a:lnTo>
                  <a:cubicBezTo>
                    <a:pt x="584878" y="62611"/>
                    <a:pt x="577766" y="69723"/>
                    <a:pt x="569003" y="69723"/>
                  </a:cubicBezTo>
                  <a:cubicBezTo>
                    <a:pt x="560240" y="69723"/>
                    <a:pt x="553128" y="62611"/>
                    <a:pt x="553128" y="53848"/>
                  </a:cubicBezTo>
                  <a:lnTo>
                    <a:pt x="553128" y="15875"/>
                  </a:lnTo>
                  <a:lnTo>
                    <a:pt x="569003" y="15875"/>
                  </a:lnTo>
                  <a:lnTo>
                    <a:pt x="569003" y="31750"/>
                  </a:lnTo>
                  <a:cubicBezTo>
                    <a:pt x="560748" y="31750"/>
                    <a:pt x="552620" y="32004"/>
                    <a:pt x="544492" y="32639"/>
                  </a:cubicBezTo>
                  <a:cubicBezTo>
                    <a:pt x="535729" y="33274"/>
                    <a:pt x="528109" y="26670"/>
                    <a:pt x="527601" y="17907"/>
                  </a:cubicBezTo>
                  <a:cubicBezTo>
                    <a:pt x="527093" y="9144"/>
                    <a:pt x="533570" y="1524"/>
                    <a:pt x="542333" y="889"/>
                  </a:cubicBezTo>
                  <a:close/>
                  <a:moveTo>
                    <a:pt x="584878" y="117348"/>
                  </a:moveTo>
                  <a:lnTo>
                    <a:pt x="584878" y="180848"/>
                  </a:lnTo>
                  <a:cubicBezTo>
                    <a:pt x="584878" y="189611"/>
                    <a:pt x="577766" y="196723"/>
                    <a:pt x="569003" y="196723"/>
                  </a:cubicBezTo>
                  <a:cubicBezTo>
                    <a:pt x="560240" y="196723"/>
                    <a:pt x="553128" y="189611"/>
                    <a:pt x="553128" y="180848"/>
                  </a:cubicBezTo>
                  <a:lnTo>
                    <a:pt x="553128" y="117348"/>
                  </a:lnTo>
                  <a:cubicBezTo>
                    <a:pt x="553128" y="108585"/>
                    <a:pt x="560240" y="101473"/>
                    <a:pt x="569003" y="101473"/>
                  </a:cubicBezTo>
                  <a:cubicBezTo>
                    <a:pt x="577766" y="101473"/>
                    <a:pt x="584878" y="108585"/>
                    <a:pt x="584878" y="117348"/>
                  </a:cubicBezTo>
                  <a:close/>
                  <a:moveTo>
                    <a:pt x="584878" y="244348"/>
                  </a:moveTo>
                  <a:lnTo>
                    <a:pt x="584878" y="307848"/>
                  </a:lnTo>
                  <a:cubicBezTo>
                    <a:pt x="584878" y="316611"/>
                    <a:pt x="577766" y="323723"/>
                    <a:pt x="569003" y="323723"/>
                  </a:cubicBezTo>
                  <a:cubicBezTo>
                    <a:pt x="560240" y="323723"/>
                    <a:pt x="553128" y="316611"/>
                    <a:pt x="553128" y="307848"/>
                  </a:cubicBezTo>
                  <a:lnTo>
                    <a:pt x="553128" y="244348"/>
                  </a:lnTo>
                  <a:cubicBezTo>
                    <a:pt x="553128" y="235585"/>
                    <a:pt x="560240" y="228473"/>
                    <a:pt x="569003" y="228473"/>
                  </a:cubicBezTo>
                  <a:cubicBezTo>
                    <a:pt x="577766" y="228473"/>
                    <a:pt x="584878" y="235585"/>
                    <a:pt x="584878" y="244348"/>
                  </a:cubicBezTo>
                  <a:close/>
                  <a:moveTo>
                    <a:pt x="584878" y="371348"/>
                  </a:moveTo>
                  <a:lnTo>
                    <a:pt x="584878" y="434848"/>
                  </a:lnTo>
                  <a:cubicBezTo>
                    <a:pt x="584878" y="443611"/>
                    <a:pt x="577766" y="450723"/>
                    <a:pt x="569003" y="450723"/>
                  </a:cubicBezTo>
                  <a:cubicBezTo>
                    <a:pt x="560240" y="450723"/>
                    <a:pt x="553128" y="443611"/>
                    <a:pt x="553128" y="434848"/>
                  </a:cubicBezTo>
                  <a:lnTo>
                    <a:pt x="553128" y="371348"/>
                  </a:lnTo>
                  <a:cubicBezTo>
                    <a:pt x="553128" y="362585"/>
                    <a:pt x="560240" y="355473"/>
                    <a:pt x="569003" y="355473"/>
                  </a:cubicBezTo>
                  <a:cubicBezTo>
                    <a:pt x="577766" y="355473"/>
                    <a:pt x="584878" y="362585"/>
                    <a:pt x="584878" y="371348"/>
                  </a:cubicBezTo>
                  <a:close/>
                  <a:moveTo>
                    <a:pt x="584878" y="498348"/>
                  </a:moveTo>
                  <a:lnTo>
                    <a:pt x="584878" y="561848"/>
                  </a:lnTo>
                  <a:cubicBezTo>
                    <a:pt x="584878" y="570611"/>
                    <a:pt x="577766" y="577723"/>
                    <a:pt x="569003" y="577723"/>
                  </a:cubicBezTo>
                  <a:cubicBezTo>
                    <a:pt x="560240" y="577723"/>
                    <a:pt x="553128" y="570611"/>
                    <a:pt x="553128" y="561848"/>
                  </a:cubicBezTo>
                  <a:lnTo>
                    <a:pt x="553128" y="498348"/>
                  </a:lnTo>
                  <a:cubicBezTo>
                    <a:pt x="553128" y="489585"/>
                    <a:pt x="560240" y="482473"/>
                    <a:pt x="569003" y="482473"/>
                  </a:cubicBezTo>
                  <a:cubicBezTo>
                    <a:pt x="577766" y="482473"/>
                    <a:pt x="584878" y="489585"/>
                    <a:pt x="584878" y="498348"/>
                  </a:cubicBezTo>
                  <a:close/>
                  <a:moveTo>
                    <a:pt x="584878" y="625348"/>
                  </a:moveTo>
                  <a:lnTo>
                    <a:pt x="584878" y="688848"/>
                  </a:lnTo>
                  <a:cubicBezTo>
                    <a:pt x="584878" y="697611"/>
                    <a:pt x="577766" y="704723"/>
                    <a:pt x="569003" y="704723"/>
                  </a:cubicBezTo>
                  <a:cubicBezTo>
                    <a:pt x="560240" y="704723"/>
                    <a:pt x="553128" y="697611"/>
                    <a:pt x="553128" y="688848"/>
                  </a:cubicBezTo>
                  <a:lnTo>
                    <a:pt x="553128" y="625348"/>
                  </a:lnTo>
                  <a:cubicBezTo>
                    <a:pt x="553128" y="616585"/>
                    <a:pt x="560240" y="609473"/>
                    <a:pt x="569003" y="609473"/>
                  </a:cubicBezTo>
                  <a:cubicBezTo>
                    <a:pt x="577766" y="609473"/>
                    <a:pt x="584878" y="616585"/>
                    <a:pt x="584878" y="625348"/>
                  </a:cubicBezTo>
                  <a:close/>
                  <a:moveTo>
                    <a:pt x="584878" y="752348"/>
                  </a:moveTo>
                  <a:lnTo>
                    <a:pt x="584878" y="815848"/>
                  </a:lnTo>
                  <a:cubicBezTo>
                    <a:pt x="584878" y="824611"/>
                    <a:pt x="577766" y="831723"/>
                    <a:pt x="569003" y="831723"/>
                  </a:cubicBezTo>
                  <a:cubicBezTo>
                    <a:pt x="560240" y="831723"/>
                    <a:pt x="553128" y="824611"/>
                    <a:pt x="553128" y="815848"/>
                  </a:cubicBezTo>
                  <a:lnTo>
                    <a:pt x="553128" y="752348"/>
                  </a:lnTo>
                  <a:cubicBezTo>
                    <a:pt x="553128" y="743585"/>
                    <a:pt x="560240" y="736473"/>
                    <a:pt x="569003" y="736473"/>
                  </a:cubicBezTo>
                  <a:cubicBezTo>
                    <a:pt x="577766" y="736473"/>
                    <a:pt x="584878" y="743585"/>
                    <a:pt x="584878" y="752348"/>
                  </a:cubicBezTo>
                  <a:close/>
                  <a:moveTo>
                    <a:pt x="584878" y="879348"/>
                  </a:moveTo>
                  <a:lnTo>
                    <a:pt x="584878" y="942848"/>
                  </a:lnTo>
                  <a:cubicBezTo>
                    <a:pt x="584878" y="951611"/>
                    <a:pt x="577766" y="958723"/>
                    <a:pt x="569003" y="958723"/>
                  </a:cubicBezTo>
                  <a:cubicBezTo>
                    <a:pt x="560240" y="958723"/>
                    <a:pt x="553128" y="951611"/>
                    <a:pt x="553128" y="942848"/>
                  </a:cubicBezTo>
                  <a:lnTo>
                    <a:pt x="553128" y="879348"/>
                  </a:lnTo>
                  <a:cubicBezTo>
                    <a:pt x="553128" y="870585"/>
                    <a:pt x="560240" y="863473"/>
                    <a:pt x="569003" y="863473"/>
                  </a:cubicBezTo>
                  <a:cubicBezTo>
                    <a:pt x="577766" y="863473"/>
                    <a:pt x="584878" y="870585"/>
                    <a:pt x="584878" y="879348"/>
                  </a:cubicBezTo>
                  <a:close/>
                  <a:moveTo>
                    <a:pt x="584878" y="1006348"/>
                  </a:moveTo>
                  <a:lnTo>
                    <a:pt x="584878" y="1069848"/>
                  </a:lnTo>
                  <a:cubicBezTo>
                    <a:pt x="584878" y="1078611"/>
                    <a:pt x="577766" y="1085723"/>
                    <a:pt x="569003" y="1085723"/>
                  </a:cubicBezTo>
                  <a:cubicBezTo>
                    <a:pt x="560240" y="1085723"/>
                    <a:pt x="553128" y="1078611"/>
                    <a:pt x="553128" y="1069848"/>
                  </a:cubicBezTo>
                  <a:lnTo>
                    <a:pt x="553128" y="1006348"/>
                  </a:lnTo>
                  <a:cubicBezTo>
                    <a:pt x="553128" y="997585"/>
                    <a:pt x="560240" y="990473"/>
                    <a:pt x="569003" y="990473"/>
                  </a:cubicBezTo>
                  <a:cubicBezTo>
                    <a:pt x="577766" y="990473"/>
                    <a:pt x="584878" y="997585"/>
                    <a:pt x="584878" y="1006348"/>
                  </a:cubicBezTo>
                  <a:close/>
                  <a:moveTo>
                    <a:pt x="584878" y="1133348"/>
                  </a:moveTo>
                  <a:lnTo>
                    <a:pt x="584878" y="1196848"/>
                  </a:lnTo>
                  <a:cubicBezTo>
                    <a:pt x="584878" y="1205611"/>
                    <a:pt x="577766" y="1212723"/>
                    <a:pt x="569003" y="1212723"/>
                  </a:cubicBezTo>
                  <a:cubicBezTo>
                    <a:pt x="560240" y="1212723"/>
                    <a:pt x="553128" y="1205611"/>
                    <a:pt x="553128" y="1196848"/>
                  </a:cubicBezTo>
                  <a:lnTo>
                    <a:pt x="553128" y="1133348"/>
                  </a:lnTo>
                  <a:cubicBezTo>
                    <a:pt x="553128" y="1124585"/>
                    <a:pt x="560240" y="1117473"/>
                    <a:pt x="569003" y="1117473"/>
                  </a:cubicBezTo>
                  <a:cubicBezTo>
                    <a:pt x="577766" y="1117473"/>
                    <a:pt x="584878" y="1124585"/>
                    <a:pt x="584878" y="1133348"/>
                  </a:cubicBezTo>
                  <a:close/>
                  <a:moveTo>
                    <a:pt x="584878" y="1260348"/>
                  </a:moveTo>
                  <a:lnTo>
                    <a:pt x="584878" y="1323848"/>
                  </a:lnTo>
                  <a:cubicBezTo>
                    <a:pt x="584878" y="1332611"/>
                    <a:pt x="577766" y="1339723"/>
                    <a:pt x="569003" y="1339723"/>
                  </a:cubicBezTo>
                  <a:cubicBezTo>
                    <a:pt x="560240" y="1339723"/>
                    <a:pt x="553128" y="1332611"/>
                    <a:pt x="553128" y="1323848"/>
                  </a:cubicBezTo>
                  <a:lnTo>
                    <a:pt x="553128" y="1260348"/>
                  </a:lnTo>
                  <a:cubicBezTo>
                    <a:pt x="553128" y="1251585"/>
                    <a:pt x="560240" y="1244473"/>
                    <a:pt x="569003" y="1244473"/>
                  </a:cubicBezTo>
                  <a:cubicBezTo>
                    <a:pt x="577766" y="1244473"/>
                    <a:pt x="584878" y="1251585"/>
                    <a:pt x="584878" y="1260348"/>
                  </a:cubicBezTo>
                  <a:close/>
                  <a:moveTo>
                    <a:pt x="584878" y="1387348"/>
                  </a:moveTo>
                  <a:lnTo>
                    <a:pt x="584878" y="1450848"/>
                  </a:lnTo>
                  <a:cubicBezTo>
                    <a:pt x="584878" y="1459611"/>
                    <a:pt x="577766" y="1466723"/>
                    <a:pt x="569003" y="1466723"/>
                  </a:cubicBezTo>
                  <a:cubicBezTo>
                    <a:pt x="560240" y="1466723"/>
                    <a:pt x="553128" y="1459611"/>
                    <a:pt x="553128" y="1450848"/>
                  </a:cubicBezTo>
                  <a:lnTo>
                    <a:pt x="553128" y="1387348"/>
                  </a:lnTo>
                  <a:cubicBezTo>
                    <a:pt x="553128" y="1378585"/>
                    <a:pt x="560240" y="1371473"/>
                    <a:pt x="569003" y="1371473"/>
                  </a:cubicBezTo>
                  <a:cubicBezTo>
                    <a:pt x="577766" y="1371473"/>
                    <a:pt x="584878" y="1378585"/>
                    <a:pt x="584878" y="1387348"/>
                  </a:cubicBezTo>
                  <a:close/>
                  <a:moveTo>
                    <a:pt x="584878" y="1514348"/>
                  </a:moveTo>
                  <a:lnTo>
                    <a:pt x="584878" y="1577848"/>
                  </a:lnTo>
                  <a:cubicBezTo>
                    <a:pt x="584878" y="1586611"/>
                    <a:pt x="577766" y="1593723"/>
                    <a:pt x="569003" y="1593723"/>
                  </a:cubicBezTo>
                  <a:cubicBezTo>
                    <a:pt x="560240" y="1593723"/>
                    <a:pt x="553128" y="1586611"/>
                    <a:pt x="553128" y="1577848"/>
                  </a:cubicBezTo>
                  <a:lnTo>
                    <a:pt x="553128" y="1514348"/>
                  </a:lnTo>
                  <a:cubicBezTo>
                    <a:pt x="553128" y="1505585"/>
                    <a:pt x="560240" y="1498473"/>
                    <a:pt x="569003" y="1498473"/>
                  </a:cubicBezTo>
                  <a:cubicBezTo>
                    <a:pt x="577766" y="1498473"/>
                    <a:pt x="584878" y="1505585"/>
                    <a:pt x="584878" y="1514348"/>
                  </a:cubicBezTo>
                  <a:close/>
                  <a:moveTo>
                    <a:pt x="584878" y="1641348"/>
                  </a:moveTo>
                  <a:lnTo>
                    <a:pt x="584878" y="1704848"/>
                  </a:lnTo>
                  <a:cubicBezTo>
                    <a:pt x="584878" y="1713611"/>
                    <a:pt x="577766" y="1720723"/>
                    <a:pt x="569003" y="1720723"/>
                  </a:cubicBezTo>
                  <a:cubicBezTo>
                    <a:pt x="560240" y="1720723"/>
                    <a:pt x="553128" y="1713611"/>
                    <a:pt x="553128" y="1704848"/>
                  </a:cubicBezTo>
                  <a:lnTo>
                    <a:pt x="553128" y="1641348"/>
                  </a:lnTo>
                  <a:cubicBezTo>
                    <a:pt x="553128" y="1632585"/>
                    <a:pt x="560240" y="1625473"/>
                    <a:pt x="569003" y="1625473"/>
                  </a:cubicBezTo>
                  <a:cubicBezTo>
                    <a:pt x="577766" y="1625473"/>
                    <a:pt x="584878" y="1632585"/>
                    <a:pt x="584878" y="1641348"/>
                  </a:cubicBezTo>
                  <a:close/>
                  <a:moveTo>
                    <a:pt x="584878" y="1768348"/>
                  </a:moveTo>
                  <a:lnTo>
                    <a:pt x="584878" y="1831848"/>
                  </a:lnTo>
                  <a:cubicBezTo>
                    <a:pt x="584878" y="1840611"/>
                    <a:pt x="577766" y="1847723"/>
                    <a:pt x="569003" y="1847723"/>
                  </a:cubicBezTo>
                  <a:cubicBezTo>
                    <a:pt x="560240" y="1847723"/>
                    <a:pt x="553128" y="1840611"/>
                    <a:pt x="553128" y="1831848"/>
                  </a:cubicBezTo>
                  <a:lnTo>
                    <a:pt x="553128" y="1768348"/>
                  </a:lnTo>
                  <a:cubicBezTo>
                    <a:pt x="553128" y="1759585"/>
                    <a:pt x="560240" y="1752473"/>
                    <a:pt x="569003" y="1752473"/>
                  </a:cubicBezTo>
                  <a:cubicBezTo>
                    <a:pt x="577766" y="1752473"/>
                    <a:pt x="584878" y="1759585"/>
                    <a:pt x="584878" y="1768348"/>
                  </a:cubicBezTo>
                  <a:close/>
                  <a:moveTo>
                    <a:pt x="584878" y="1895348"/>
                  </a:moveTo>
                  <a:lnTo>
                    <a:pt x="584878" y="1958848"/>
                  </a:lnTo>
                  <a:cubicBezTo>
                    <a:pt x="584878" y="1967611"/>
                    <a:pt x="577766" y="1974723"/>
                    <a:pt x="569003" y="1974723"/>
                  </a:cubicBezTo>
                  <a:cubicBezTo>
                    <a:pt x="560240" y="1974723"/>
                    <a:pt x="553128" y="1967611"/>
                    <a:pt x="553128" y="1958848"/>
                  </a:cubicBezTo>
                  <a:lnTo>
                    <a:pt x="553128" y="1895348"/>
                  </a:lnTo>
                  <a:cubicBezTo>
                    <a:pt x="553128" y="1886585"/>
                    <a:pt x="560240" y="1879473"/>
                    <a:pt x="569003" y="1879473"/>
                  </a:cubicBezTo>
                  <a:cubicBezTo>
                    <a:pt x="577766" y="1879473"/>
                    <a:pt x="584878" y="1886585"/>
                    <a:pt x="584878" y="1895348"/>
                  </a:cubicBezTo>
                  <a:close/>
                  <a:moveTo>
                    <a:pt x="584878" y="2022348"/>
                  </a:moveTo>
                  <a:lnTo>
                    <a:pt x="584878" y="2085848"/>
                  </a:lnTo>
                  <a:cubicBezTo>
                    <a:pt x="584878" y="2094611"/>
                    <a:pt x="577766" y="2101723"/>
                    <a:pt x="569003" y="2101723"/>
                  </a:cubicBezTo>
                  <a:cubicBezTo>
                    <a:pt x="560240" y="2101723"/>
                    <a:pt x="553128" y="2094611"/>
                    <a:pt x="553128" y="2085848"/>
                  </a:cubicBezTo>
                  <a:lnTo>
                    <a:pt x="553128" y="2022348"/>
                  </a:lnTo>
                  <a:cubicBezTo>
                    <a:pt x="553128" y="2013585"/>
                    <a:pt x="560240" y="2006473"/>
                    <a:pt x="569003" y="2006473"/>
                  </a:cubicBezTo>
                  <a:cubicBezTo>
                    <a:pt x="577766" y="2006473"/>
                    <a:pt x="584878" y="2013585"/>
                    <a:pt x="584878" y="2022348"/>
                  </a:cubicBezTo>
                  <a:close/>
                  <a:moveTo>
                    <a:pt x="584878" y="2149348"/>
                  </a:moveTo>
                  <a:lnTo>
                    <a:pt x="584878" y="2212848"/>
                  </a:lnTo>
                  <a:cubicBezTo>
                    <a:pt x="584878" y="2221611"/>
                    <a:pt x="577766" y="2228723"/>
                    <a:pt x="569003" y="2228723"/>
                  </a:cubicBezTo>
                  <a:cubicBezTo>
                    <a:pt x="560240" y="2228723"/>
                    <a:pt x="553128" y="2221611"/>
                    <a:pt x="553128" y="2212848"/>
                  </a:cubicBezTo>
                  <a:lnTo>
                    <a:pt x="553128" y="2149348"/>
                  </a:lnTo>
                  <a:cubicBezTo>
                    <a:pt x="553128" y="2140585"/>
                    <a:pt x="560240" y="2133473"/>
                    <a:pt x="569003" y="2133473"/>
                  </a:cubicBezTo>
                  <a:cubicBezTo>
                    <a:pt x="577766" y="2133473"/>
                    <a:pt x="584878" y="2140585"/>
                    <a:pt x="584878" y="2149348"/>
                  </a:cubicBezTo>
                  <a:close/>
                  <a:moveTo>
                    <a:pt x="584878" y="2276348"/>
                  </a:moveTo>
                  <a:lnTo>
                    <a:pt x="584878" y="2339848"/>
                  </a:lnTo>
                  <a:cubicBezTo>
                    <a:pt x="584878" y="2348611"/>
                    <a:pt x="577766" y="2355723"/>
                    <a:pt x="569003" y="2355723"/>
                  </a:cubicBezTo>
                  <a:cubicBezTo>
                    <a:pt x="560240" y="2355723"/>
                    <a:pt x="553128" y="2348611"/>
                    <a:pt x="553128" y="2339848"/>
                  </a:cubicBezTo>
                  <a:lnTo>
                    <a:pt x="553128" y="2276348"/>
                  </a:lnTo>
                  <a:cubicBezTo>
                    <a:pt x="553128" y="2267585"/>
                    <a:pt x="560240" y="2260473"/>
                    <a:pt x="569003" y="2260473"/>
                  </a:cubicBezTo>
                  <a:cubicBezTo>
                    <a:pt x="577766" y="2260473"/>
                    <a:pt x="584878" y="2267585"/>
                    <a:pt x="584878" y="2276348"/>
                  </a:cubicBezTo>
                  <a:close/>
                  <a:moveTo>
                    <a:pt x="584878" y="2403348"/>
                  </a:moveTo>
                  <a:lnTo>
                    <a:pt x="584878" y="2466848"/>
                  </a:lnTo>
                  <a:cubicBezTo>
                    <a:pt x="584878" y="2475611"/>
                    <a:pt x="577766" y="2482723"/>
                    <a:pt x="569003" y="2482723"/>
                  </a:cubicBezTo>
                  <a:cubicBezTo>
                    <a:pt x="560240" y="2482723"/>
                    <a:pt x="553128" y="2475611"/>
                    <a:pt x="553128" y="2466848"/>
                  </a:cubicBezTo>
                  <a:lnTo>
                    <a:pt x="553128" y="2403348"/>
                  </a:lnTo>
                  <a:cubicBezTo>
                    <a:pt x="553128" y="2394585"/>
                    <a:pt x="560240" y="2387473"/>
                    <a:pt x="569003" y="2387473"/>
                  </a:cubicBezTo>
                  <a:cubicBezTo>
                    <a:pt x="577766" y="2387473"/>
                    <a:pt x="584878" y="2394585"/>
                    <a:pt x="584878" y="2403348"/>
                  </a:cubicBezTo>
                  <a:close/>
                  <a:moveTo>
                    <a:pt x="584878" y="2530348"/>
                  </a:moveTo>
                  <a:lnTo>
                    <a:pt x="584878" y="2593848"/>
                  </a:lnTo>
                  <a:cubicBezTo>
                    <a:pt x="584878" y="2602611"/>
                    <a:pt x="577766" y="2609723"/>
                    <a:pt x="569003" y="2609723"/>
                  </a:cubicBezTo>
                  <a:cubicBezTo>
                    <a:pt x="560240" y="2609723"/>
                    <a:pt x="553128" y="2602611"/>
                    <a:pt x="553128" y="2593848"/>
                  </a:cubicBezTo>
                  <a:lnTo>
                    <a:pt x="553128" y="2530348"/>
                  </a:lnTo>
                  <a:cubicBezTo>
                    <a:pt x="553128" y="2521585"/>
                    <a:pt x="560240" y="2514473"/>
                    <a:pt x="569003" y="2514473"/>
                  </a:cubicBezTo>
                  <a:cubicBezTo>
                    <a:pt x="577766" y="2514473"/>
                    <a:pt x="584878" y="2521585"/>
                    <a:pt x="584878" y="2530348"/>
                  </a:cubicBezTo>
                  <a:close/>
                  <a:moveTo>
                    <a:pt x="584878" y="2657348"/>
                  </a:moveTo>
                  <a:lnTo>
                    <a:pt x="584878" y="2720848"/>
                  </a:lnTo>
                  <a:cubicBezTo>
                    <a:pt x="584878" y="2729611"/>
                    <a:pt x="577766" y="2736723"/>
                    <a:pt x="569003" y="2736723"/>
                  </a:cubicBezTo>
                  <a:cubicBezTo>
                    <a:pt x="560240" y="2736723"/>
                    <a:pt x="553128" y="2729611"/>
                    <a:pt x="553128" y="2720848"/>
                  </a:cubicBezTo>
                  <a:lnTo>
                    <a:pt x="553128" y="2657348"/>
                  </a:lnTo>
                  <a:cubicBezTo>
                    <a:pt x="553128" y="2648585"/>
                    <a:pt x="560240" y="2641473"/>
                    <a:pt x="569003" y="2641473"/>
                  </a:cubicBezTo>
                  <a:cubicBezTo>
                    <a:pt x="577766" y="2641473"/>
                    <a:pt x="584878" y="2648585"/>
                    <a:pt x="584878" y="2657348"/>
                  </a:cubicBezTo>
                  <a:close/>
                  <a:moveTo>
                    <a:pt x="584878" y="2784348"/>
                  </a:moveTo>
                  <a:lnTo>
                    <a:pt x="584878" y="2847848"/>
                  </a:lnTo>
                  <a:cubicBezTo>
                    <a:pt x="584878" y="2856611"/>
                    <a:pt x="577766" y="2863723"/>
                    <a:pt x="569003" y="2863723"/>
                  </a:cubicBezTo>
                  <a:cubicBezTo>
                    <a:pt x="560240" y="2863723"/>
                    <a:pt x="553128" y="2856611"/>
                    <a:pt x="553128" y="2847848"/>
                  </a:cubicBezTo>
                  <a:lnTo>
                    <a:pt x="553128" y="2784348"/>
                  </a:lnTo>
                  <a:cubicBezTo>
                    <a:pt x="553128" y="2775585"/>
                    <a:pt x="560240" y="2768473"/>
                    <a:pt x="569003" y="2768473"/>
                  </a:cubicBezTo>
                  <a:cubicBezTo>
                    <a:pt x="577766" y="2768473"/>
                    <a:pt x="584878" y="2775585"/>
                    <a:pt x="584878" y="2784348"/>
                  </a:cubicBezTo>
                  <a:close/>
                  <a:moveTo>
                    <a:pt x="584878" y="2911348"/>
                  </a:moveTo>
                  <a:lnTo>
                    <a:pt x="584878" y="2974848"/>
                  </a:lnTo>
                  <a:cubicBezTo>
                    <a:pt x="584878" y="2983611"/>
                    <a:pt x="577766" y="2990723"/>
                    <a:pt x="569003" y="2990723"/>
                  </a:cubicBezTo>
                  <a:cubicBezTo>
                    <a:pt x="560240" y="2990723"/>
                    <a:pt x="553128" y="2983611"/>
                    <a:pt x="553128" y="2974848"/>
                  </a:cubicBezTo>
                  <a:lnTo>
                    <a:pt x="553128" y="2911348"/>
                  </a:lnTo>
                  <a:cubicBezTo>
                    <a:pt x="553128" y="2902585"/>
                    <a:pt x="560240" y="2895473"/>
                    <a:pt x="569003" y="2895473"/>
                  </a:cubicBezTo>
                  <a:cubicBezTo>
                    <a:pt x="577766" y="2895473"/>
                    <a:pt x="584878" y="2902585"/>
                    <a:pt x="584878" y="2911348"/>
                  </a:cubicBezTo>
                  <a:close/>
                  <a:moveTo>
                    <a:pt x="584878" y="3038348"/>
                  </a:moveTo>
                  <a:lnTo>
                    <a:pt x="584878" y="3101848"/>
                  </a:lnTo>
                  <a:cubicBezTo>
                    <a:pt x="584878" y="3110611"/>
                    <a:pt x="577766" y="3117723"/>
                    <a:pt x="569003" y="3117723"/>
                  </a:cubicBezTo>
                  <a:cubicBezTo>
                    <a:pt x="560240" y="3117723"/>
                    <a:pt x="553128" y="3110611"/>
                    <a:pt x="553128" y="3101848"/>
                  </a:cubicBezTo>
                  <a:lnTo>
                    <a:pt x="553128" y="3038348"/>
                  </a:lnTo>
                  <a:cubicBezTo>
                    <a:pt x="553128" y="3029585"/>
                    <a:pt x="560240" y="3022473"/>
                    <a:pt x="569003" y="3022473"/>
                  </a:cubicBezTo>
                  <a:cubicBezTo>
                    <a:pt x="577766" y="3022473"/>
                    <a:pt x="584878" y="3029585"/>
                    <a:pt x="584878" y="3038348"/>
                  </a:cubicBezTo>
                  <a:close/>
                  <a:moveTo>
                    <a:pt x="584878" y="3165348"/>
                  </a:moveTo>
                  <a:lnTo>
                    <a:pt x="584878" y="3228848"/>
                  </a:lnTo>
                  <a:cubicBezTo>
                    <a:pt x="584878" y="3237611"/>
                    <a:pt x="577766" y="3244723"/>
                    <a:pt x="569003" y="3244723"/>
                  </a:cubicBezTo>
                  <a:cubicBezTo>
                    <a:pt x="560240" y="3244723"/>
                    <a:pt x="553128" y="3237611"/>
                    <a:pt x="553128" y="3228848"/>
                  </a:cubicBezTo>
                  <a:lnTo>
                    <a:pt x="553128" y="3165348"/>
                  </a:lnTo>
                  <a:cubicBezTo>
                    <a:pt x="553128" y="3156585"/>
                    <a:pt x="560240" y="3149473"/>
                    <a:pt x="569003" y="3149473"/>
                  </a:cubicBezTo>
                  <a:cubicBezTo>
                    <a:pt x="577766" y="3149473"/>
                    <a:pt x="584878" y="3156585"/>
                    <a:pt x="584878" y="3165348"/>
                  </a:cubicBezTo>
                  <a:close/>
                  <a:moveTo>
                    <a:pt x="584878" y="3292348"/>
                  </a:moveTo>
                  <a:lnTo>
                    <a:pt x="584878" y="3355848"/>
                  </a:lnTo>
                  <a:cubicBezTo>
                    <a:pt x="584878" y="3364611"/>
                    <a:pt x="577766" y="3371723"/>
                    <a:pt x="569003" y="3371723"/>
                  </a:cubicBezTo>
                  <a:cubicBezTo>
                    <a:pt x="560240" y="3371723"/>
                    <a:pt x="553128" y="3364611"/>
                    <a:pt x="553128" y="3355848"/>
                  </a:cubicBezTo>
                  <a:lnTo>
                    <a:pt x="553128" y="3292348"/>
                  </a:lnTo>
                  <a:cubicBezTo>
                    <a:pt x="553128" y="3283585"/>
                    <a:pt x="560240" y="3276473"/>
                    <a:pt x="569003" y="3276473"/>
                  </a:cubicBezTo>
                  <a:cubicBezTo>
                    <a:pt x="577766" y="3276473"/>
                    <a:pt x="584878" y="3283585"/>
                    <a:pt x="584878" y="3292348"/>
                  </a:cubicBezTo>
                  <a:close/>
                  <a:moveTo>
                    <a:pt x="584878" y="3419348"/>
                  </a:moveTo>
                  <a:lnTo>
                    <a:pt x="584878" y="3482848"/>
                  </a:lnTo>
                  <a:cubicBezTo>
                    <a:pt x="584878" y="3491611"/>
                    <a:pt x="577766" y="3498723"/>
                    <a:pt x="569003" y="3498723"/>
                  </a:cubicBezTo>
                  <a:cubicBezTo>
                    <a:pt x="560240" y="3498723"/>
                    <a:pt x="553128" y="3491611"/>
                    <a:pt x="553128" y="3482848"/>
                  </a:cubicBezTo>
                  <a:lnTo>
                    <a:pt x="553128" y="3419348"/>
                  </a:lnTo>
                  <a:cubicBezTo>
                    <a:pt x="553128" y="3410585"/>
                    <a:pt x="560240" y="3403473"/>
                    <a:pt x="569003" y="3403473"/>
                  </a:cubicBezTo>
                  <a:cubicBezTo>
                    <a:pt x="577766" y="3403473"/>
                    <a:pt x="584878" y="3410585"/>
                    <a:pt x="584878" y="3419348"/>
                  </a:cubicBezTo>
                  <a:close/>
                  <a:moveTo>
                    <a:pt x="584878" y="3546348"/>
                  </a:moveTo>
                  <a:lnTo>
                    <a:pt x="584878" y="3609848"/>
                  </a:lnTo>
                  <a:cubicBezTo>
                    <a:pt x="584878" y="3618611"/>
                    <a:pt x="577766" y="3625723"/>
                    <a:pt x="569003" y="3625723"/>
                  </a:cubicBezTo>
                  <a:cubicBezTo>
                    <a:pt x="560240" y="3625723"/>
                    <a:pt x="553128" y="3618611"/>
                    <a:pt x="553128" y="3609848"/>
                  </a:cubicBezTo>
                  <a:lnTo>
                    <a:pt x="553128" y="3546348"/>
                  </a:lnTo>
                  <a:cubicBezTo>
                    <a:pt x="553128" y="3537585"/>
                    <a:pt x="560240" y="3530473"/>
                    <a:pt x="569003" y="3530473"/>
                  </a:cubicBezTo>
                  <a:cubicBezTo>
                    <a:pt x="577766" y="3530473"/>
                    <a:pt x="584878" y="3537585"/>
                    <a:pt x="584878" y="3546348"/>
                  </a:cubicBezTo>
                  <a:close/>
                  <a:moveTo>
                    <a:pt x="584878" y="3673348"/>
                  </a:moveTo>
                  <a:lnTo>
                    <a:pt x="584878" y="3736848"/>
                  </a:lnTo>
                  <a:cubicBezTo>
                    <a:pt x="584878" y="3745611"/>
                    <a:pt x="577766" y="3752723"/>
                    <a:pt x="569003" y="3752723"/>
                  </a:cubicBezTo>
                  <a:cubicBezTo>
                    <a:pt x="560240" y="3752723"/>
                    <a:pt x="553128" y="3745611"/>
                    <a:pt x="553128" y="3736848"/>
                  </a:cubicBezTo>
                  <a:lnTo>
                    <a:pt x="553128" y="3673348"/>
                  </a:lnTo>
                  <a:cubicBezTo>
                    <a:pt x="553128" y="3664585"/>
                    <a:pt x="560240" y="3657473"/>
                    <a:pt x="569003" y="3657473"/>
                  </a:cubicBezTo>
                  <a:cubicBezTo>
                    <a:pt x="577766" y="3657473"/>
                    <a:pt x="584878" y="3664585"/>
                    <a:pt x="584878" y="3673348"/>
                  </a:cubicBezTo>
                  <a:close/>
                  <a:moveTo>
                    <a:pt x="584878" y="3800348"/>
                  </a:moveTo>
                  <a:lnTo>
                    <a:pt x="584878" y="3863848"/>
                  </a:lnTo>
                  <a:cubicBezTo>
                    <a:pt x="584878" y="3872611"/>
                    <a:pt x="577766" y="3879723"/>
                    <a:pt x="569003" y="3879723"/>
                  </a:cubicBezTo>
                  <a:cubicBezTo>
                    <a:pt x="560240" y="3879723"/>
                    <a:pt x="553128" y="3872611"/>
                    <a:pt x="553128" y="3863848"/>
                  </a:cubicBezTo>
                  <a:lnTo>
                    <a:pt x="553128" y="3800348"/>
                  </a:lnTo>
                  <a:cubicBezTo>
                    <a:pt x="553128" y="3791585"/>
                    <a:pt x="560240" y="3784473"/>
                    <a:pt x="569003" y="3784473"/>
                  </a:cubicBezTo>
                  <a:cubicBezTo>
                    <a:pt x="577766" y="3784473"/>
                    <a:pt x="584878" y="3791585"/>
                    <a:pt x="584878" y="3800348"/>
                  </a:cubicBezTo>
                  <a:close/>
                  <a:moveTo>
                    <a:pt x="584878" y="3927348"/>
                  </a:moveTo>
                  <a:lnTo>
                    <a:pt x="584878" y="3990848"/>
                  </a:lnTo>
                  <a:cubicBezTo>
                    <a:pt x="584878" y="3999611"/>
                    <a:pt x="577766" y="4006723"/>
                    <a:pt x="569003" y="4006723"/>
                  </a:cubicBezTo>
                  <a:cubicBezTo>
                    <a:pt x="560240" y="4006723"/>
                    <a:pt x="553128" y="3999611"/>
                    <a:pt x="553128" y="3990848"/>
                  </a:cubicBezTo>
                  <a:lnTo>
                    <a:pt x="553128" y="3927348"/>
                  </a:lnTo>
                  <a:cubicBezTo>
                    <a:pt x="553128" y="3918585"/>
                    <a:pt x="560240" y="3911473"/>
                    <a:pt x="569003" y="3911473"/>
                  </a:cubicBezTo>
                  <a:cubicBezTo>
                    <a:pt x="577766" y="3911473"/>
                    <a:pt x="584878" y="3918585"/>
                    <a:pt x="584878" y="3927348"/>
                  </a:cubicBezTo>
                  <a:close/>
                  <a:moveTo>
                    <a:pt x="584878" y="4054348"/>
                  </a:moveTo>
                  <a:lnTo>
                    <a:pt x="584878" y="4117848"/>
                  </a:lnTo>
                  <a:cubicBezTo>
                    <a:pt x="584878" y="4126611"/>
                    <a:pt x="577766" y="4133723"/>
                    <a:pt x="569003" y="4133723"/>
                  </a:cubicBezTo>
                  <a:cubicBezTo>
                    <a:pt x="560240" y="4133723"/>
                    <a:pt x="553128" y="4126611"/>
                    <a:pt x="553128" y="4117848"/>
                  </a:cubicBezTo>
                  <a:lnTo>
                    <a:pt x="553128" y="4054348"/>
                  </a:lnTo>
                  <a:cubicBezTo>
                    <a:pt x="553128" y="4045585"/>
                    <a:pt x="560240" y="4038473"/>
                    <a:pt x="569003" y="4038473"/>
                  </a:cubicBezTo>
                  <a:cubicBezTo>
                    <a:pt x="577766" y="4038473"/>
                    <a:pt x="584878" y="4045585"/>
                    <a:pt x="584878" y="4054348"/>
                  </a:cubicBezTo>
                  <a:close/>
                  <a:moveTo>
                    <a:pt x="584878" y="4181348"/>
                  </a:moveTo>
                  <a:lnTo>
                    <a:pt x="584878" y="4244848"/>
                  </a:lnTo>
                  <a:cubicBezTo>
                    <a:pt x="584878" y="4253611"/>
                    <a:pt x="577766" y="4260723"/>
                    <a:pt x="569003" y="4260723"/>
                  </a:cubicBezTo>
                  <a:cubicBezTo>
                    <a:pt x="560240" y="4260723"/>
                    <a:pt x="553128" y="4253611"/>
                    <a:pt x="553128" y="4244848"/>
                  </a:cubicBezTo>
                  <a:lnTo>
                    <a:pt x="553128" y="4181348"/>
                  </a:lnTo>
                  <a:cubicBezTo>
                    <a:pt x="553128" y="4172585"/>
                    <a:pt x="560240" y="4165473"/>
                    <a:pt x="569003" y="4165473"/>
                  </a:cubicBezTo>
                  <a:cubicBezTo>
                    <a:pt x="577766" y="4165473"/>
                    <a:pt x="584878" y="4172585"/>
                    <a:pt x="584878" y="4181348"/>
                  </a:cubicBezTo>
                  <a:close/>
                  <a:moveTo>
                    <a:pt x="584878" y="4308348"/>
                  </a:moveTo>
                  <a:lnTo>
                    <a:pt x="584878" y="4371848"/>
                  </a:lnTo>
                  <a:cubicBezTo>
                    <a:pt x="584878" y="4380611"/>
                    <a:pt x="577766" y="4387723"/>
                    <a:pt x="569003" y="4387723"/>
                  </a:cubicBezTo>
                  <a:cubicBezTo>
                    <a:pt x="560240" y="4387723"/>
                    <a:pt x="553128" y="4380611"/>
                    <a:pt x="553128" y="4371848"/>
                  </a:cubicBezTo>
                  <a:lnTo>
                    <a:pt x="553128" y="4308348"/>
                  </a:lnTo>
                  <a:cubicBezTo>
                    <a:pt x="553128" y="4299585"/>
                    <a:pt x="560240" y="4292473"/>
                    <a:pt x="569003" y="4292473"/>
                  </a:cubicBezTo>
                  <a:cubicBezTo>
                    <a:pt x="577766" y="4292473"/>
                    <a:pt x="584878" y="4299585"/>
                    <a:pt x="584878" y="4308348"/>
                  </a:cubicBezTo>
                  <a:close/>
                  <a:moveTo>
                    <a:pt x="584878" y="4435348"/>
                  </a:moveTo>
                  <a:lnTo>
                    <a:pt x="584878" y="4498848"/>
                  </a:lnTo>
                  <a:cubicBezTo>
                    <a:pt x="584878" y="4507611"/>
                    <a:pt x="577766" y="4514723"/>
                    <a:pt x="569003" y="4514723"/>
                  </a:cubicBezTo>
                  <a:cubicBezTo>
                    <a:pt x="560240" y="4514723"/>
                    <a:pt x="553128" y="4507611"/>
                    <a:pt x="553128" y="4498848"/>
                  </a:cubicBezTo>
                  <a:lnTo>
                    <a:pt x="553128" y="4435348"/>
                  </a:lnTo>
                  <a:cubicBezTo>
                    <a:pt x="553128" y="4426585"/>
                    <a:pt x="560240" y="4419473"/>
                    <a:pt x="569003" y="4419473"/>
                  </a:cubicBezTo>
                  <a:cubicBezTo>
                    <a:pt x="577766" y="4419473"/>
                    <a:pt x="584878" y="4426585"/>
                    <a:pt x="584878" y="4435348"/>
                  </a:cubicBezTo>
                  <a:close/>
                  <a:moveTo>
                    <a:pt x="584878" y="4562348"/>
                  </a:moveTo>
                  <a:lnTo>
                    <a:pt x="584878" y="4625848"/>
                  </a:lnTo>
                  <a:cubicBezTo>
                    <a:pt x="584878" y="4634611"/>
                    <a:pt x="577766" y="4641723"/>
                    <a:pt x="569003" y="4641723"/>
                  </a:cubicBezTo>
                  <a:cubicBezTo>
                    <a:pt x="560240" y="4641723"/>
                    <a:pt x="553128" y="4634611"/>
                    <a:pt x="553128" y="4625848"/>
                  </a:cubicBezTo>
                  <a:lnTo>
                    <a:pt x="553128" y="4562348"/>
                  </a:lnTo>
                  <a:cubicBezTo>
                    <a:pt x="553128" y="4553585"/>
                    <a:pt x="560240" y="4546473"/>
                    <a:pt x="569003" y="4546473"/>
                  </a:cubicBezTo>
                  <a:cubicBezTo>
                    <a:pt x="577766" y="4546473"/>
                    <a:pt x="584878" y="4553585"/>
                    <a:pt x="584878" y="4562348"/>
                  </a:cubicBezTo>
                  <a:close/>
                  <a:moveTo>
                    <a:pt x="584878" y="4689348"/>
                  </a:moveTo>
                  <a:lnTo>
                    <a:pt x="584878" y="4752848"/>
                  </a:lnTo>
                  <a:cubicBezTo>
                    <a:pt x="584878" y="4761611"/>
                    <a:pt x="577766" y="4768723"/>
                    <a:pt x="569003" y="4768723"/>
                  </a:cubicBezTo>
                  <a:cubicBezTo>
                    <a:pt x="560240" y="4768723"/>
                    <a:pt x="553128" y="4761611"/>
                    <a:pt x="553128" y="4752848"/>
                  </a:cubicBezTo>
                  <a:lnTo>
                    <a:pt x="553128" y="4689348"/>
                  </a:lnTo>
                  <a:cubicBezTo>
                    <a:pt x="553128" y="4680585"/>
                    <a:pt x="560240" y="4673473"/>
                    <a:pt x="569003" y="4673473"/>
                  </a:cubicBezTo>
                  <a:cubicBezTo>
                    <a:pt x="577766" y="4673473"/>
                    <a:pt x="584878" y="4680585"/>
                    <a:pt x="584878" y="4689348"/>
                  </a:cubicBezTo>
                  <a:close/>
                  <a:moveTo>
                    <a:pt x="584878" y="4816348"/>
                  </a:moveTo>
                  <a:lnTo>
                    <a:pt x="584878" y="4879848"/>
                  </a:lnTo>
                  <a:cubicBezTo>
                    <a:pt x="584878" y="4888611"/>
                    <a:pt x="577766" y="4895723"/>
                    <a:pt x="569003" y="4895723"/>
                  </a:cubicBezTo>
                  <a:cubicBezTo>
                    <a:pt x="560240" y="4895723"/>
                    <a:pt x="553128" y="4888611"/>
                    <a:pt x="553128" y="4879848"/>
                  </a:cubicBezTo>
                  <a:lnTo>
                    <a:pt x="553128" y="4816348"/>
                  </a:lnTo>
                  <a:cubicBezTo>
                    <a:pt x="553128" y="4807585"/>
                    <a:pt x="560240" y="4800473"/>
                    <a:pt x="569003" y="4800473"/>
                  </a:cubicBezTo>
                  <a:cubicBezTo>
                    <a:pt x="577766" y="4800473"/>
                    <a:pt x="584878" y="4807585"/>
                    <a:pt x="584878" y="4816348"/>
                  </a:cubicBezTo>
                  <a:close/>
                  <a:moveTo>
                    <a:pt x="584878" y="4943348"/>
                  </a:moveTo>
                  <a:lnTo>
                    <a:pt x="584878" y="5006848"/>
                  </a:lnTo>
                  <a:cubicBezTo>
                    <a:pt x="584878" y="5015611"/>
                    <a:pt x="577766" y="5022723"/>
                    <a:pt x="569003" y="5022723"/>
                  </a:cubicBezTo>
                  <a:cubicBezTo>
                    <a:pt x="560240" y="5022723"/>
                    <a:pt x="553128" y="5015611"/>
                    <a:pt x="553128" y="5006848"/>
                  </a:cubicBezTo>
                  <a:lnTo>
                    <a:pt x="553128" y="4943348"/>
                  </a:lnTo>
                  <a:cubicBezTo>
                    <a:pt x="553128" y="4934585"/>
                    <a:pt x="560240" y="4927473"/>
                    <a:pt x="569003" y="4927473"/>
                  </a:cubicBezTo>
                  <a:cubicBezTo>
                    <a:pt x="577766" y="4927473"/>
                    <a:pt x="584878" y="4934585"/>
                    <a:pt x="584878" y="4943348"/>
                  </a:cubicBezTo>
                  <a:close/>
                  <a:moveTo>
                    <a:pt x="584878" y="5070348"/>
                  </a:moveTo>
                  <a:lnTo>
                    <a:pt x="584878" y="5133848"/>
                  </a:lnTo>
                  <a:cubicBezTo>
                    <a:pt x="584878" y="5142611"/>
                    <a:pt x="577766" y="5149723"/>
                    <a:pt x="569003" y="5149723"/>
                  </a:cubicBezTo>
                  <a:cubicBezTo>
                    <a:pt x="560240" y="5149723"/>
                    <a:pt x="553128" y="5142611"/>
                    <a:pt x="553128" y="5133848"/>
                  </a:cubicBezTo>
                  <a:lnTo>
                    <a:pt x="553128" y="5070348"/>
                  </a:lnTo>
                  <a:cubicBezTo>
                    <a:pt x="553128" y="5061585"/>
                    <a:pt x="560240" y="5054473"/>
                    <a:pt x="569003" y="5054473"/>
                  </a:cubicBezTo>
                  <a:cubicBezTo>
                    <a:pt x="577766" y="5054473"/>
                    <a:pt x="584878" y="5061585"/>
                    <a:pt x="584878" y="5070348"/>
                  </a:cubicBezTo>
                  <a:close/>
                  <a:moveTo>
                    <a:pt x="584878" y="5197348"/>
                  </a:moveTo>
                  <a:lnTo>
                    <a:pt x="584878" y="5260848"/>
                  </a:lnTo>
                  <a:cubicBezTo>
                    <a:pt x="584878" y="5269611"/>
                    <a:pt x="577766" y="5276723"/>
                    <a:pt x="569003" y="5276723"/>
                  </a:cubicBezTo>
                  <a:cubicBezTo>
                    <a:pt x="560240" y="5276723"/>
                    <a:pt x="553128" y="5269611"/>
                    <a:pt x="553128" y="5260848"/>
                  </a:cubicBezTo>
                  <a:lnTo>
                    <a:pt x="553128" y="5197348"/>
                  </a:lnTo>
                  <a:cubicBezTo>
                    <a:pt x="553128" y="5188585"/>
                    <a:pt x="560240" y="5181473"/>
                    <a:pt x="569003" y="5181473"/>
                  </a:cubicBezTo>
                  <a:cubicBezTo>
                    <a:pt x="577766" y="5181473"/>
                    <a:pt x="584878" y="5188585"/>
                    <a:pt x="584878" y="5197348"/>
                  </a:cubicBezTo>
                  <a:close/>
                  <a:moveTo>
                    <a:pt x="584878" y="5324348"/>
                  </a:moveTo>
                  <a:lnTo>
                    <a:pt x="584878" y="5387848"/>
                  </a:lnTo>
                  <a:cubicBezTo>
                    <a:pt x="584878" y="5396611"/>
                    <a:pt x="577766" y="5403723"/>
                    <a:pt x="569003" y="5403723"/>
                  </a:cubicBezTo>
                  <a:cubicBezTo>
                    <a:pt x="560240" y="5403723"/>
                    <a:pt x="553128" y="5396611"/>
                    <a:pt x="553128" y="5387848"/>
                  </a:cubicBezTo>
                  <a:lnTo>
                    <a:pt x="553128" y="5324348"/>
                  </a:lnTo>
                  <a:cubicBezTo>
                    <a:pt x="553128" y="5315585"/>
                    <a:pt x="560240" y="5308473"/>
                    <a:pt x="569003" y="5308473"/>
                  </a:cubicBezTo>
                  <a:cubicBezTo>
                    <a:pt x="577766" y="5308473"/>
                    <a:pt x="584878" y="5315585"/>
                    <a:pt x="584878" y="5324348"/>
                  </a:cubicBezTo>
                  <a:close/>
                  <a:moveTo>
                    <a:pt x="584878" y="5451348"/>
                  </a:moveTo>
                  <a:lnTo>
                    <a:pt x="584878" y="5514848"/>
                  </a:lnTo>
                  <a:cubicBezTo>
                    <a:pt x="584878" y="5523611"/>
                    <a:pt x="577766" y="5530723"/>
                    <a:pt x="569003" y="5530723"/>
                  </a:cubicBezTo>
                  <a:cubicBezTo>
                    <a:pt x="560240" y="5530723"/>
                    <a:pt x="553128" y="5523611"/>
                    <a:pt x="553128" y="5514848"/>
                  </a:cubicBezTo>
                  <a:lnTo>
                    <a:pt x="553128" y="5451348"/>
                  </a:lnTo>
                  <a:cubicBezTo>
                    <a:pt x="553128" y="5442585"/>
                    <a:pt x="560240" y="5435473"/>
                    <a:pt x="569003" y="5435473"/>
                  </a:cubicBezTo>
                  <a:cubicBezTo>
                    <a:pt x="577766" y="5435473"/>
                    <a:pt x="584878" y="5442585"/>
                    <a:pt x="584878" y="5451348"/>
                  </a:cubicBezTo>
                  <a:close/>
                  <a:moveTo>
                    <a:pt x="584878" y="5578348"/>
                  </a:moveTo>
                  <a:lnTo>
                    <a:pt x="584878" y="5641848"/>
                  </a:lnTo>
                  <a:cubicBezTo>
                    <a:pt x="584878" y="5650611"/>
                    <a:pt x="577766" y="5657723"/>
                    <a:pt x="569003" y="5657723"/>
                  </a:cubicBezTo>
                  <a:cubicBezTo>
                    <a:pt x="560240" y="5657723"/>
                    <a:pt x="553128" y="5650611"/>
                    <a:pt x="553128" y="5641848"/>
                  </a:cubicBezTo>
                  <a:lnTo>
                    <a:pt x="553128" y="5578348"/>
                  </a:lnTo>
                  <a:cubicBezTo>
                    <a:pt x="553128" y="5569585"/>
                    <a:pt x="560240" y="5562473"/>
                    <a:pt x="569003" y="5562473"/>
                  </a:cubicBezTo>
                  <a:cubicBezTo>
                    <a:pt x="577766" y="5562473"/>
                    <a:pt x="584878" y="5569585"/>
                    <a:pt x="584878" y="5578348"/>
                  </a:cubicBezTo>
                  <a:close/>
                  <a:moveTo>
                    <a:pt x="569003" y="5686552"/>
                  </a:moveTo>
                  <a:cubicBezTo>
                    <a:pt x="546397" y="5686552"/>
                    <a:pt x="524299" y="5684520"/>
                    <a:pt x="502963" y="5680837"/>
                  </a:cubicBezTo>
                  <a:cubicBezTo>
                    <a:pt x="494327" y="5679313"/>
                    <a:pt x="488612" y="5671058"/>
                    <a:pt x="490136" y="5662422"/>
                  </a:cubicBezTo>
                  <a:cubicBezTo>
                    <a:pt x="491660" y="5653786"/>
                    <a:pt x="499915" y="5648071"/>
                    <a:pt x="508551" y="5649595"/>
                  </a:cubicBezTo>
                  <a:cubicBezTo>
                    <a:pt x="527982" y="5653024"/>
                    <a:pt x="548302" y="5654802"/>
                    <a:pt x="569130" y="5654802"/>
                  </a:cubicBezTo>
                  <a:cubicBezTo>
                    <a:pt x="577893" y="5654802"/>
                    <a:pt x="585005" y="5661914"/>
                    <a:pt x="585005" y="5670677"/>
                  </a:cubicBezTo>
                  <a:cubicBezTo>
                    <a:pt x="585005" y="5679440"/>
                    <a:pt x="577893" y="5686552"/>
                    <a:pt x="569130" y="5686552"/>
                  </a:cubicBezTo>
                  <a:close/>
                </a:path>
              </a:pathLst>
            </a:custGeom>
            <a:solidFill>
              <a:srgbClr val="BFBFBF">
                <a:alpha val="75686"/>
              </a:srgbClr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8405" y="0"/>
              <a:ext cx="585005" cy="5686552"/>
            </a:xfrm>
            <a:custGeom>
              <a:avLst/>
              <a:gdLst/>
              <a:ahLst/>
              <a:cxnLst/>
              <a:rect l="l" t="t" r="r" b="b"/>
              <a:pathLst>
                <a:path w="585005" h="5686552">
                  <a:moveTo>
                    <a:pt x="438955" y="5663438"/>
                  </a:moveTo>
                  <a:cubicBezTo>
                    <a:pt x="417619" y="5655437"/>
                    <a:pt x="397680" y="5645404"/>
                    <a:pt x="379265" y="5633847"/>
                  </a:cubicBezTo>
                  <a:cubicBezTo>
                    <a:pt x="371899" y="5629148"/>
                    <a:pt x="369613" y="5619369"/>
                    <a:pt x="374312" y="5611876"/>
                  </a:cubicBezTo>
                  <a:cubicBezTo>
                    <a:pt x="379011" y="5604383"/>
                    <a:pt x="388790" y="5602224"/>
                    <a:pt x="396283" y="5606923"/>
                  </a:cubicBezTo>
                  <a:cubicBezTo>
                    <a:pt x="412793" y="5617337"/>
                    <a:pt x="430827" y="5626354"/>
                    <a:pt x="450131" y="5633593"/>
                  </a:cubicBezTo>
                  <a:cubicBezTo>
                    <a:pt x="458386" y="5636641"/>
                    <a:pt x="462450" y="5645785"/>
                    <a:pt x="459402" y="5654040"/>
                  </a:cubicBezTo>
                  <a:cubicBezTo>
                    <a:pt x="456354" y="5662295"/>
                    <a:pt x="447210" y="5666359"/>
                    <a:pt x="438955" y="5663311"/>
                  </a:cubicBezTo>
                  <a:close/>
                  <a:moveTo>
                    <a:pt x="327195" y="5591556"/>
                  </a:moveTo>
                  <a:cubicBezTo>
                    <a:pt x="311193" y="5575046"/>
                    <a:pt x="297604" y="5556758"/>
                    <a:pt x="287190" y="5536946"/>
                  </a:cubicBezTo>
                  <a:cubicBezTo>
                    <a:pt x="283126" y="5529199"/>
                    <a:pt x="286047" y="5519547"/>
                    <a:pt x="293794" y="5515483"/>
                  </a:cubicBezTo>
                  <a:cubicBezTo>
                    <a:pt x="301541" y="5511419"/>
                    <a:pt x="311193" y="5514340"/>
                    <a:pt x="315257" y="5522087"/>
                  </a:cubicBezTo>
                  <a:cubicBezTo>
                    <a:pt x="324274" y="5538978"/>
                    <a:pt x="335958" y="5554853"/>
                    <a:pt x="350055" y="5569458"/>
                  </a:cubicBezTo>
                  <a:cubicBezTo>
                    <a:pt x="356151" y="5575808"/>
                    <a:pt x="356024" y="5585841"/>
                    <a:pt x="349674" y="5591937"/>
                  </a:cubicBezTo>
                  <a:cubicBezTo>
                    <a:pt x="343324" y="5598033"/>
                    <a:pt x="333291" y="5597906"/>
                    <a:pt x="327195" y="5591556"/>
                  </a:cubicBezTo>
                  <a:close/>
                  <a:moveTo>
                    <a:pt x="265092" y="5472303"/>
                  </a:moveTo>
                  <a:cubicBezTo>
                    <a:pt x="263314" y="5461635"/>
                    <a:pt x="262425" y="5450713"/>
                    <a:pt x="262425" y="5439537"/>
                  </a:cubicBezTo>
                  <a:lnTo>
                    <a:pt x="278300" y="5439537"/>
                  </a:lnTo>
                  <a:lnTo>
                    <a:pt x="262425" y="5439537"/>
                  </a:lnTo>
                  <a:lnTo>
                    <a:pt x="262425" y="5406390"/>
                  </a:lnTo>
                  <a:cubicBezTo>
                    <a:pt x="262425" y="5397627"/>
                    <a:pt x="269537" y="5390515"/>
                    <a:pt x="278300" y="5390515"/>
                  </a:cubicBezTo>
                  <a:cubicBezTo>
                    <a:pt x="287063" y="5390515"/>
                    <a:pt x="294175" y="5397627"/>
                    <a:pt x="294175" y="5406390"/>
                  </a:cubicBezTo>
                  <a:lnTo>
                    <a:pt x="294175" y="5439664"/>
                  </a:lnTo>
                  <a:cubicBezTo>
                    <a:pt x="294175" y="5449062"/>
                    <a:pt x="294937" y="5458206"/>
                    <a:pt x="296461" y="5467223"/>
                  </a:cubicBezTo>
                  <a:cubicBezTo>
                    <a:pt x="297858" y="5475859"/>
                    <a:pt x="292016" y="5483987"/>
                    <a:pt x="283380" y="5485511"/>
                  </a:cubicBezTo>
                  <a:cubicBezTo>
                    <a:pt x="274744" y="5487035"/>
                    <a:pt x="266616" y="5481066"/>
                    <a:pt x="265092" y="5472430"/>
                  </a:cubicBezTo>
                  <a:close/>
                  <a:moveTo>
                    <a:pt x="262425" y="5342890"/>
                  </a:moveTo>
                  <a:lnTo>
                    <a:pt x="262425" y="5279390"/>
                  </a:lnTo>
                  <a:cubicBezTo>
                    <a:pt x="262425" y="5270627"/>
                    <a:pt x="269537" y="5263515"/>
                    <a:pt x="278300" y="5263515"/>
                  </a:cubicBezTo>
                  <a:cubicBezTo>
                    <a:pt x="287063" y="5263515"/>
                    <a:pt x="294175" y="5270627"/>
                    <a:pt x="294175" y="5279390"/>
                  </a:cubicBezTo>
                  <a:lnTo>
                    <a:pt x="294175" y="5342890"/>
                  </a:lnTo>
                  <a:cubicBezTo>
                    <a:pt x="294175" y="5351653"/>
                    <a:pt x="287063" y="5358765"/>
                    <a:pt x="278300" y="5358765"/>
                  </a:cubicBezTo>
                  <a:cubicBezTo>
                    <a:pt x="269537" y="5358765"/>
                    <a:pt x="262425" y="5351653"/>
                    <a:pt x="262425" y="5342890"/>
                  </a:cubicBezTo>
                  <a:close/>
                  <a:moveTo>
                    <a:pt x="262425" y="5215890"/>
                  </a:moveTo>
                  <a:lnTo>
                    <a:pt x="262425" y="5152390"/>
                  </a:lnTo>
                  <a:cubicBezTo>
                    <a:pt x="262425" y="5143627"/>
                    <a:pt x="269537" y="5136515"/>
                    <a:pt x="278300" y="5136515"/>
                  </a:cubicBezTo>
                  <a:cubicBezTo>
                    <a:pt x="287063" y="5136515"/>
                    <a:pt x="294175" y="5143627"/>
                    <a:pt x="294175" y="5152390"/>
                  </a:cubicBezTo>
                  <a:lnTo>
                    <a:pt x="294175" y="5215890"/>
                  </a:lnTo>
                  <a:cubicBezTo>
                    <a:pt x="294175" y="5224653"/>
                    <a:pt x="287063" y="5231765"/>
                    <a:pt x="278300" y="5231765"/>
                  </a:cubicBezTo>
                  <a:cubicBezTo>
                    <a:pt x="269537" y="5231765"/>
                    <a:pt x="262425" y="5224653"/>
                    <a:pt x="262425" y="5215890"/>
                  </a:cubicBezTo>
                  <a:close/>
                  <a:moveTo>
                    <a:pt x="262425" y="5088890"/>
                  </a:moveTo>
                  <a:lnTo>
                    <a:pt x="262425" y="5025390"/>
                  </a:lnTo>
                  <a:cubicBezTo>
                    <a:pt x="262425" y="5016627"/>
                    <a:pt x="269537" y="5009515"/>
                    <a:pt x="278300" y="5009515"/>
                  </a:cubicBezTo>
                  <a:cubicBezTo>
                    <a:pt x="287063" y="5009515"/>
                    <a:pt x="294175" y="5016627"/>
                    <a:pt x="294175" y="5025390"/>
                  </a:cubicBezTo>
                  <a:lnTo>
                    <a:pt x="294175" y="5088890"/>
                  </a:lnTo>
                  <a:cubicBezTo>
                    <a:pt x="294175" y="5097653"/>
                    <a:pt x="287063" y="5104765"/>
                    <a:pt x="278300" y="5104765"/>
                  </a:cubicBezTo>
                  <a:cubicBezTo>
                    <a:pt x="269537" y="5104765"/>
                    <a:pt x="262425" y="5097653"/>
                    <a:pt x="262425" y="5088890"/>
                  </a:cubicBezTo>
                  <a:close/>
                  <a:moveTo>
                    <a:pt x="262425" y="4961890"/>
                  </a:moveTo>
                  <a:lnTo>
                    <a:pt x="262425" y="4898390"/>
                  </a:lnTo>
                  <a:cubicBezTo>
                    <a:pt x="262425" y="4889627"/>
                    <a:pt x="269537" y="4882515"/>
                    <a:pt x="278300" y="4882515"/>
                  </a:cubicBezTo>
                  <a:cubicBezTo>
                    <a:pt x="287063" y="4882515"/>
                    <a:pt x="294175" y="4889627"/>
                    <a:pt x="294175" y="4898390"/>
                  </a:cubicBezTo>
                  <a:lnTo>
                    <a:pt x="294175" y="4961890"/>
                  </a:lnTo>
                  <a:cubicBezTo>
                    <a:pt x="294175" y="4970653"/>
                    <a:pt x="287063" y="4977765"/>
                    <a:pt x="278300" y="4977765"/>
                  </a:cubicBezTo>
                  <a:cubicBezTo>
                    <a:pt x="269537" y="4977765"/>
                    <a:pt x="262425" y="4970653"/>
                    <a:pt x="262425" y="4961890"/>
                  </a:cubicBezTo>
                  <a:close/>
                  <a:moveTo>
                    <a:pt x="262425" y="4834890"/>
                  </a:moveTo>
                  <a:lnTo>
                    <a:pt x="262425" y="4771390"/>
                  </a:lnTo>
                  <a:cubicBezTo>
                    <a:pt x="262425" y="4762627"/>
                    <a:pt x="269537" y="4755515"/>
                    <a:pt x="278300" y="4755515"/>
                  </a:cubicBezTo>
                  <a:cubicBezTo>
                    <a:pt x="287063" y="4755515"/>
                    <a:pt x="294175" y="4762627"/>
                    <a:pt x="294175" y="4771390"/>
                  </a:cubicBezTo>
                  <a:lnTo>
                    <a:pt x="294175" y="4834890"/>
                  </a:lnTo>
                  <a:cubicBezTo>
                    <a:pt x="294175" y="4843653"/>
                    <a:pt x="287063" y="4850765"/>
                    <a:pt x="278300" y="4850765"/>
                  </a:cubicBezTo>
                  <a:cubicBezTo>
                    <a:pt x="269537" y="4850765"/>
                    <a:pt x="262425" y="4843653"/>
                    <a:pt x="262425" y="4834890"/>
                  </a:cubicBezTo>
                  <a:close/>
                  <a:moveTo>
                    <a:pt x="262425" y="4707890"/>
                  </a:moveTo>
                  <a:lnTo>
                    <a:pt x="262425" y="4644390"/>
                  </a:lnTo>
                  <a:cubicBezTo>
                    <a:pt x="262425" y="4635627"/>
                    <a:pt x="269537" y="4628515"/>
                    <a:pt x="278300" y="4628515"/>
                  </a:cubicBezTo>
                  <a:cubicBezTo>
                    <a:pt x="287063" y="4628515"/>
                    <a:pt x="294175" y="4635627"/>
                    <a:pt x="294175" y="4644390"/>
                  </a:cubicBezTo>
                  <a:lnTo>
                    <a:pt x="294175" y="4707890"/>
                  </a:lnTo>
                  <a:cubicBezTo>
                    <a:pt x="294175" y="4716653"/>
                    <a:pt x="287063" y="4723765"/>
                    <a:pt x="278300" y="4723765"/>
                  </a:cubicBezTo>
                  <a:cubicBezTo>
                    <a:pt x="269537" y="4723765"/>
                    <a:pt x="262425" y="4716653"/>
                    <a:pt x="262425" y="4707890"/>
                  </a:cubicBezTo>
                  <a:close/>
                  <a:moveTo>
                    <a:pt x="262425" y="4580890"/>
                  </a:moveTo>
                  <a:lnTo>
                    <a:pt x="262425" y="4517390"/>
                  </a:lnTo>
                  <a:cubicBezTo>
                    <a:pt x="262425" y="4508627"/>
                    <a:pt x="269537" y="4501515"/>
                    <a:pt x="278300" y="4501515"/>
                  </a:cubicBezTo>
                  <a:cubicBezTo>
                    <a:pt x="287063" y="4501515"/>
                    <a:pt x="294175" y="4508627"/>
                    <a:pt x="294175" y="4517390"/>
                  </a:cubicBezTo>
                  <a:lnTo>
                    <a:pt x="294175" y="4580890"/>
                  </a:lnTo>
                  <a:cubicBezTo>
                    <a:pt x="294175" y="4589653"/>
                    <a:pt x="287063" y="4596765"/>
                    <a:pt x="278300" y="4596765"/>
                  </a:cubicBezTo>
                  <a:cubicBezTo>
                    <a:pt x="269537" y="4596765"/>
                    <a:pt x="262425" y="4589653"/>
                    <a:pt x="262425" y="4580890"/>
                  </a:cubicBezTo>
                  <a:close/>
                  <a:moveTo>
                    <a:pt x="262425" y="4453890"/>
                  </a:moveTo>
                  <a:lnTo>
                    <a:pt x="262425" y="4390390"/>
                  </a:lnTo>
                  <a:cubicBezTo>
                    <a:pt x="262425" y="4381627"/>
                    <a:pt x="269537" y="4374515"/>
                    <a:pt x="278300" y="4374515"/>
                  </a:cubicBezTo>
                  <a:cubicBezTo>
                    <a:pt x="287063" y="4374515"/>
                    <a:pt x="294175" y="4381627"/>
                    <a:pt x="294175" y="4390390"/>
                  </a:cubicBezTo>
                  <a:lnTo>
                    <a:pt x="294175" y="4453890"/>
                  </a:lnTo>
                  <a:cubicBezTo>
                    <a:pt x="294175" y="4462653"/>
                    <a:pt x="287063" y="4469765"/>
                    <a:pt x="278300" y="4469765"/>
                  </a:cubicBezTo>
                  <a:cubicBezTo>
                    <a:pt x="269537" y="4469765"/>
                    <a:pt x="262425" y="4462653"/>
                    <a:pt x="262425" y="4453890"/>
                  </a:cubicBezTo>
                  <a:close/>
                  <a:moveTo>
                    <a:pt x="262425" y="4326890"/>
                  </a:moveTo>
                  <a:lnTo>
                    <a:pt x="262425" y="4263390"/>
                  </a:lnTo>
                  <a:cubicBezTo>
                    <a:pt x="262425" y="4254627"/>
                    <a:pt x="269537" y="4247515"/>
                    <a:pt x="278300" y="4247515"/>
                  </a:cubicBezTo>
                  <a:cubicBezTo>
                    <a:pt x="287063" y="4247515"/>
                    <a:pt x="294175" y="4254627"/>
                    <a:pt x="294175" y="4263390"/>
                  </a:cubicBezTo>
                  <a:lnTo>
                    <a:pt x="294175" y="4326890"/>
                  </a:lnTo>
                  <a:cubicBezTo>
                    <a:pt x="294175" y="4335653"/>
                    <a:pt x="287063" y="4342765"/>
                    <a:pt x="278300" y="4342765"/>
                  </a:cubicBezTo>
                  <a:cubicBezTo>
                    <a:pt x="269537" y="4342765"/>
                    <a:pt x="262425" y="4335653"/>
                    <a:pt x="262425" y="4326890"/>
                  </a:cubicBezTo>
                  <a:close/>
                  <a:moveTo>
                    <a:pt x="262425" y="4199890"/>
                  </a:moveTo>
                  <a:lnTo>
                    <a:pt x="262425" y="4136390"/>
                  </a:lnTo>
                  <a:cubicBezTo>
                    <a:pt x="262425" y="4127627"/>
                    <a:pt x="269537" y="4120515"/>
                    <a:pt x="278300" y="4120515"/>
                  </a:cubicBezTo>
                  <a:cubicBezTo>
                    <a:pt x="287063" y="4120515"/>
                    <a:pt x="294175" y="4127627"/>
                    <a:pt x="294175" y="4136390"/>
                  </a:cubicBezTo>
                  <a:lnTo>
                    <a:pt x="294175" y="4199890"/>
                  </a:lnTo>
                  <a:cubicBezTo>
                    <a:pt x="294175" y="4208653"/>
                    <a:pt x="287063" y="4215765"/>
                    <a:pt x="278300" y="4215765"/>
                  </a:cubicBezTo>
                  <a:cubicBezTo>
                    <a:pt x="269537" y="4215765"/>
                    <a:pt x="262425" y="4208653"/>
                    <a:pt x="262425" y="4199890"/>
                  </a:cubicBezTo>
                  <a:close/>
                  <a:moveTo>
                    <a:pt x="262425" y="4072890"/>
                  </a:moveTo>
                  <a:lnTo>
                    <a:pt x="262425" y="4009390"/>
                  </a:lnTo>
                  <a:cubicBezTo>
                    <a:pt x="262425" y="4000627"/>
                    <a:pt x="269537" y="3993515"/>
                    <a:pt x="278300" y="3993515"/>
                  </a:cubicBezTo>
                  <a:cubicBezTo>
                    <a:pt x="287063" y="3993515"/>
                    <a:pt x="294175" y="4000627"/>
                    <a:pt x="294175" y="4009390"/>
                  </a:cubicBezTo>
                  <a:lnTo>
                    <a:pt x="294175" y="4072890"/>
                  </a:lnTo>
                  <a:cubicBezTo>
                    <a:pt x="294175" y="4081653"/>
                    <a:pt x="287063" y="4088765"/>
                    <a:pt x="278300" y="4088765"/>
                  </a:cubicBezTo>
                  <a:cubicBezTo>
                    <a:pt x="269537" y="4088765"/>
                    <a:pt x="262425" y="4081653"/>
                    <a:pt x="262425" y="4072890"/>
                  </a:cubicBezTo>
                  <a:close/>
                  <a:moveTo>
                    <a:pt x="262425" y="3945890"/>
                  </a:moveTo>
                  <a:lnTo>
                    <a:pt x="262425" y="3882390"/>
                  </a:lnTo>
                  <a:cubicBezTo>
                    <a:pt x="262425" y="3873627"/>
                    <a:pt x="269537" y="3866515"/>
                    <a:pt x="278300" y="3866515"/>
                  </a:cubicBezTo>
                  <a:cubicBezTo>
                    <a:pt x="287063" y="3866515"/>
                    <a:pt x="294175" y="3873627"/>
                    <a:pt x="294175" y="3882390"/>
                  </a:cubicBezTo>
                  <a:lnTo>
                    <a:pt x="294175" y="3945890"/>
                  </a:lnTo>
                  <a:cubicBezTo>
                    <a:pt x="294175" y="3954653"/>
                    <a:pt x="287063" y="3961765"/>
                    <a:pt x="278300" y="3961765"/>
                  </a:cubicBezTo>
                  <a:cubicBezTo>
                    <a:pt x="269537" y="3961765"/>
                    <a:pt x="262425" y="3954653"/>
                    <a:pt x="262425" y="3945890"/>
                  </a:cubicBezTo>
                  <a:close/>
                  <a:moveTo>
                    <a:pt x="262425" y="3818890"/>
                  </a:moveTo>
                  <a:lnTo>
                    <a:pt x="262425" y="3755390"/>
                  </a:lnTo>
                  <a:cubicBezTo>
                    <a:pt x="262425" y="3746627"/>
                    <a:pt x="269537" y="3739515"/>
                    <a:pt x="278300" y="3739515"/>
                  </a:cubicBezTo>
                  <a:cubicBezTo>
                    <a:pt x="287063" y="3739515"/>
                    <a:pt x="294175" y="3746627"/>
                    <a:pt x="294175" y="3755390"/>
                  </a:cubicBezTo>
                  <a:lnTo>
                    <a:pt x="294175" y="3818890"/>
                  </a:lnTo>
                  <a:cubicBezTo>
                    <a:pt x="294175" y="3827653"/>
                    <a:pt x="287063" y="3834765"/>
                    <a:pt x="278300" y="3834765"/>
                  </a:cubicBezTo>
                  <a:cubicBezTo>
                    <a:pt x="269537" y="3834765"/>
                    <a:pt x="262425" y="3827653"/>
                    <a:pt x="262425" y="3818890"/>
                  </a:cubicBezTo>
                  <a:close/>
                  <a:moveTo>
                    <a:pt x="262425" y="3691890"/>
                  </a:moveTo>
                  <a:lnTo>
                    <a:pt x="262425" y="3628390"/>
                  </a:lnTo>
                  <a:cubicBezTo>
                    <a:pt x="262425" y="3619627"/>
                    <a:pt x="269537" y="3612515"/>
                    <a:pt x="278300" y="3612515"/>
                  </a:cubicBezTo>
                  <a:cubicBezTo>
                    <a:pt x="287063" y="3612515"/>
                    <a:pt x="294175" y="3619627"/>
                    <a:pt x="294175" y="3628390"/>
                  </a:cubicBezTo>
                  <a:lnTo>
                    <a:pt x="294175" y="3691890"/>
                  </a:lnTo>
                  <a:cubicBezTo>
                    <a:pt x="294175" y="3700653"/>
                    <a:pt x="287063" y="3707765"/>
                    <a:pt x="278300" y="3707765"/>
                  </a:cubicBezTo>
                  <a:cubicBezTo>
                    <a:pt x="269537" y="3707765"/>
                    <a:pt x="262425" y="3700653"/>
                    <a:pt x="262425" y="3691890"/>
                  </a:cubicBezTo>
                  <a:close/>
                  <a:moveTo>
                    <a:pt x="262425" y="3564890"/>
                  </a:moveTo>
                  <a:lnTo>
                    <a:pt x="262425" y="3501390"/>
                  </a:lnTo>
                  <a:cubicBezTo>
                    <a:pt x="262425" y="3492627"/>
                    <a:pt x="269537" y="3485515"/>
                    <a:pt x="278300" y="3485515"/>
                  </a:cubicBezTo>
                  <a:cubicBezTo>
                    <a:pt x="287063" y="3485515"/>
                    <a:pt x="294175" y="3492627"/>
                    <a:pt x="294175" y="3501390"/>
                  </a:cubicBezTo>
                  <a:lnTo>
                    <a:pt x="294175" y="3564890"/>
                  </a:lnTo>
                  <a:cubicBezTo>
                    <a:pt x="294175" y="3573653"/>
                    <a:pt x="287063" y="3580765"/>
                    <a:pt x="278300" y="3580765"/>
                  </a:cubicBezTo>
                  <a:cubicBezTo>
                    <a:pt x="269537" y="3580765"/>
                    <a:pt x="262425" y="3573653"/>
                    <a:pt x="262425" y="3564890"/>
                  </a:cubicBezTo>
                  <a:close/>
                  <a:moveTo>
                    <a:pt x="262425" y="3437890"/>
                  </a:moveTo>
                  <a:lnTo>
                    <a:pt x="262425" y="3374390"/>
                  </a:lnTo>
                  <a:cubicBezTo>
                    <a:pt x="262425" y="3365627"/>
                    <a:pt x="269537" y="3358515"/>
                    <a:pt x="278300" y="3358515"/>
                  </a:cubicBezTo>
                  <a:cubicBezTo>
                    <a:pt x="287063" y="3358515"/>
                    <a:pt x="294175" y="3365627"/>
                    <a:pt x="294175" y="3374390"/>
                  </a:cubicBezTo>
                  <a:lnTo>
                    <a:pt x="294175" y="3437890"/>
                  </a:lnTo>
                  <a:cubicBezTo>
                    <a:pt x="294175" y="3446653"/>
                    <a:pt x="287063" y="3453765"/>
                    <a:pt x="278300" y="3453765"/>
                  </a:cubicBezTo>
                  <a:cubicBezTo>
                    <a:pt x="269537" y="3453765"/>
                    <a:pt x="262425" y="3446653"/>
                    <a:pt x="262425" y="3437890"/>
                  </a:cubicBezTo>
                  <a:close/>
                  <a:moveTo>
                    <a:pt x="262425" y="3310890"/>
                  </a:moveTo>
                  <a:lnTo>
                    <a:pt x="262425" y="3247390"/>
                  </a:lnTo>
                  <a:cubicBezTo>
                    <a:pt x="262425" y="3238627"/>
                    <a:pt x="269537" y="3231515"/>
                    <a:pt x="278300" y="3231515"/>
                  </a:cubicBezTo>
                  <a:cubicBezTo>
                    <a:pt x="287063" y="3231515"/>
                    <a:pt x="294175" y="3238627"/>
                    <a:pt x="294175" y="3247390"/>
                  </a:cubicBezTo>
                  <a:lnTo>
                    <a:pt x="294175" y="3310890"/>
                  </a:lnTo>
                  <a:cubicBezTo>
                    <a:pt x="294175" y="3319653"/>
                    <a:pt x="287063" y="3326765"/>
                    <a:pt x="278300" y="3326765"/>
                  </a:cubicBezTo>
                  <a:cubicBezTo>
                    <a:pt x="269537" y="3326765"/>
                    <a:pt x="262425" y="3319653"/>
                    <a:pt x="262425" y="3310890"/>
                  </a:cubicBezTo>
                  <a:close/>
                  <a:moveTo>
                    <a:pt x="262425" y="3183890"/>
                  </a:moveTo>
                  <a:lnTo>
                    <a:pt x="262425" y="3120390"/>
                  </a:lnTo>
                  <a:cubicBezTo>
                    <a:pt x="262425" y="3111627"/>
                    <a:pt x="269537" y="3104515"/>
                    <a:pt x="278300" y="3104515"/>
                  </a:cubicBezTo>
                  <a:cubicBezTo>
                    <a:pt x="287063" y="3104515"/>
                    <a:pt x="294175" y="3111627"/>
                    <a:pt x="294175" y="3120390"/>
                  </a:cubicBezTo>
                  <a:lnTo>
                    <a:pt x="294175" y="3183890"/>
                  </a:lnTo>
                  <a:cubicBezTo>
                    <a:pt x="294175" y="3192653"/>
                    <a:pt x="287063" y="3199765"/>
                    <a:pt x="278300" y="3199765"/>
                  </a:cubicBezTo>
                  <a:cubicBezTo>
                    <a:pt x="269537" y="3199765"/>
                    <a:pt x="262425" y="3192653"/>
                    <a:pt x="262425" y="3183890"/>
                  </a:cubicBezTo>
                  <a:close/>
                  <a:moveTo>
                    <a:pt x="262425" y="3056890"/>
                  </a:moveTo>
                  <a:lnTo>
                    <a:pt x="262425" y="2993390"/>
                  </a:lnTo>
                  <a:cubicBezTo>
                    <a:pt x="262425" y="2984627"/>
                    <a:pt x="269537" y="2977515"/>
                    <a:pt x="278300" y="2977515"/>
                  </a:cubicBezTo>
                  <a:cubicBezTo>
                    <a:pt x="287063" y="2977515"/>
                    <a:pt x="294175" y="2984627"/>
                    <a:pt x="294175" y="2993390"/>
                  </a:cubicBezTo>
                  <a:lnTo>
                    <a:pt x="294175" y="3056890"/>
                  </a:lnTo>
                  <a:cubicBezTo>
                    <a:pt x="294175" y="3065653"/>
                    <a:pt x="287063" y="3072765"/>
                    <a:pt x="278300" y="3072765"/>
                  </a:cubicBezTo>
                  <a:cubicBezTo>
                    <a:pt x="269537" y="3072765"/>
                    <a:pt x="262425" y="3065653"/>
                    <a:pt x="262425" y="3056890"/>
                  </a:cubicBezTo>
                  <a:close/>
                  <a:moveTo>
                    <a:pt x="262425" y="2929890"/>
                  </a:moveTo>
                  <a:lnTo>
                    <a:pt x="262425" y="2866390"/>
                  </a:lnTo>
                  <a:cubicBezTo>
                    <a:pt x="262425" y="2857627"/>
                    <a:pt x="269537" y="2850515"/>
                    <a:pt x="278300" y="2850515"/>
                  </a:cubicBezTo>
                  <a:cubicBezTo>
                    <a:pt x="287063" y="2850515"/>
                    <a:pt x="294175" y="2857627"/>
                    <a:pt x="294175" y="2866390"/>
                  </a:cubicBezTo>
                  <a:lnTo>
                    <a:pt x="294175" y="2929890"/>
                  </a:lnTo>
                  <a:cubicBezTo>
                    <a:pt x="294175" y="2938653"/>
                    <a:pt x="287063" y="2945765"/>
                    <a:pt x="278300" y="2945765"/>
                  </a:cubicBezTo>
                  <a:cubicBezTo>
                    <a:pt x="269537" y="2945765"/>
                    <a:pt x="262425" y="2938653"/>
                    <a:pt x="262425" y="2929890"/>
                  </a:cubicBezTo>
                  <a:close/>
                  <a:moveTo>
                    <a:pt x="262425" y="2802890"/>
                  </a:moveTo>
                  <a:lnTo>
                    <a:pt x="262425" y="2739390"/>
                  </a:lnTo>
                  <a:cubicBezTo>
                    <a:pt x="262425" y="2730627"/>
                    <a:pt x="269537" y="2723515"/>
                    <a:pt x="278300" y="2723515"/>
                  </a:cubicBezTo>
                  <a:cubicBezTo>
                    <a:pt x="287063" y="2723515"/>
                    <a:pt x="294175" y="2730627"/>
                    <a:pt x="294175" y="2739390"/>
                  </a:cubicBezTo>
                  <a:lnTo>
                    <a:pt x="294175" y="2802890"/>
                  </a:lnTo>
                  <a:cubicBezTo>
                    <a:pt x="294175" y="2811653"/>
                    <a:pt x="287063" y="2818765"/>
                    <a:pt x="278300" y="2818765"/>
                  </a:cubicBezTo>
                  <a:cubicBezTo>
                    <a:pt x="269537" y="2818765"/>
                    <a:pt x="262425" y="2811653"/>
                    <a:pt x="262425" y="2802890"/>
                  </a:cubicBezTo>
                  <a:close/>
                  <a:moveTo>
                    <a:pt x="262425" y="2675890"/>
                  </a:moveTo>
                  <a:lnTo>
                    <a:pt x="262425" y="2612390"/>
                  </a:lnTo>
                  <a:cubicBezTo>
                    <a:pt x="262425" y="2603627"/>
                    <a:pt x="269537" y="2596515"/>
                    <a:pt x="278300" y="2596515"/>
                  </a:cubicBezTo>
                  <a:cubicBezTo>
                    <a:pt x="287063" y="2596515"/>
                    <a:pt x="294175" y="2603627"/>
                    <a:pt x="294175" y="2612390"/>
                  </a:cubicBezTo>
                  <a:lnTo>
                    <a:pt x="294175" y="2675890"/>
                  </a:lnTo>
                  <a:cubicBezTo>
                    <a:pt x="294175" y="2684653"/>
                    <a:pt x="287063" y="2691765"/>
                    <a:pt x="278300" y="2691765"/>
                  </a:cubicBezTo>
                  <a:cubicBezTo>
                    <a:pt x="269537" y="2691765"/>
                    <a:pt x="262425" y="2684653"/>
                    <a:pt x="262425" y="2675890"/>
                  </a:cubicBezTo>
                  <a:close/>
                  <a:moveTo>
                    <a:pt x="262425" y="2548890"/>
                  </a:moveTo>
                  <a:lnTo>
                    <a:pt x="262425" y="2485390"/>
                  </a:lnTo>
                  <a:cubicBezTo>
                    <a:pt x="262425" y="2476627"/>
                    <a:pt x="269537" y="2469515"/>
                    <a:pt x="278300" y="2469515"/>
                  </a:cubicBezTo>
                  <a:cubicBezTo>
                    <a:pt x="287063" y="2469515"/>
                    <a:pt x="294175" y="2476627"/>
                    <a:pt x="294175" y="2485390"/>
                  </a:cubicBezTo>
                  <a:lnTo>
                    <a:pt x="294175" y="2548890"/>
                  </a:lnTo>
                  <a:cubicBezTo>
                    <a:pt x="294175" y="2557653"/>
                    <a:pt x="287063" y="2564765"/>
                    <a:pt x="278300" y="2564765"/>
                  </a:cubicBezTo>
                  <a:cubicBezTo>
                    <a:pt x="269537" y="2564765"/>
                    <a:pt x="262425" y="2557653"/>
                    <a:pt x="262425" y="2548890"/>
                  </a:cubicBezTo>
                  <a:close/>
                  <a:moveTo>
                    <a:pt x="262425" y="2421890"/>
                  </a:moveTo>
                  <a:lnTo>
                    <a:pt x="262425" y="2358390"/>
                  </a:lnTo>
                  <a:cubicBezTo>
                    <a:pt x="262425" y="2349627"/>
                    <a:pt x="269537" y="2342515"/>
                    <a:pt x="278300" y="2342515"/>
                  </a:cubicBezTo>
                  <a:cubicBezTo>
                    <a:pt x="287063" y="2342515"/>
                    <a:pt x="294175" y="2349627"/>
                    <a:pt x="294175" y="2358390"/>
                  </a:cubicBezTo>
                  <a:lnTo>
                    <a:pt x="294175" y="2421890"/>
                  </a:lnTo>
                  <a:cubicBezTo>
                    <a:pt x="294175" y="2430653"/>
                    <a:pt x="287063" y="2437765"/>
                    <a:pt x="278300" y="2437765"/>
                  </a:cubicBezTo>
                  <a:cubicBezTo>
                    <a:pt x="269537" y="2437765"/>
                    <a:pt x="262425" y="2430653"/>
                    <a:pt x="262425" y="2421890"/>
                  </a:cubicBezTo>
                  <a:close/>
                  <a:moveTo>
                    <a:pt x="262425" y="2294890"/>
                  </a:moveTo>
                  <a:lnTo>
                    <a:pt x="262425" y="2231390"/>
                  </a:lnTo>
                  <a:cubicBezTo>
                    <a:pt x="262425" y="2222627"/>
                    <a:pt x="269537" y="2215515"/>
                    <a:pt x="278300" y="2215515"/>
                  </a:cubicBezTo>
                  <a:cubicBezTo>
                    <a:pt x="287063" y="2215515"/>
                    <a:pt x="294175" y="2222627"/>
                    <a:pt x="294175" y="2231390"/>
                  </a:cubicBezTo>
                  <a:lnTo>
                    <a:pt x="294175" y="2294890"/>
                  </a:lnTo>
                  <a:cubicBezTo>
                    <a:pt x="294175" y="2303653"/>
                    <a:pt x="287063" y="2310765"/>
                    <a:pt x="278300" y="2310765"/>
                  </a:cubicBezTo>
                  <a:cubicBezTo>
                    <a:pt x="269537" y="2310765"/>
                    <a:pt x="262425" y="2303653"/>
                    <a:pt x="262425" y="2294890"/>
                  </a:cubicBezTo>
                  <a:close/>
                  <a:moveTo>
                    <a:pt x="262425" y="2167890"/>
                  </a:moveTo>
                  <a:lnTo>
                    <a:pt x="262425" y="2104390"/>
                  </a:lnTo>
                  <a:cubicBezTo>
                    <a:pt x="262425" y="2095627"/>
                    <a:pt x="269537" y="2088515"/>
                    <a:pt x="278300" y="2088515"/>
                  </a:cubicBezTo>
                  <a:cubicBezTo>
                    <a:pt x="287063" y="2088515"/>
                    <a:pt x="294175" y="2095627"/>
                    <a:pt x="294175" y="2104390"/>
                  </a:cubicBezTo>
                  <a:lnTo>
                    <a:pt x="294175" y="2167890"/>
                  </a:lnTo>
                  <a:cubicBezTo>
                    <a:pt x="294175" y="2176653"/>
                    <a:pt x="287063" y="2183765"/>
                    <a:pt x="278300" y="2183765"/>
                  </a:cubicBezTo>
                  <a:cubicBezTo>
                    <a:pt x="269537" y="2183765"/>
                    <a:pt x="262425" y="2176653"/>
                    <a:pt x="262425" y="2167890"/>
                  </a:cubicBezTo>
                  <a:close/>
                  <a:moveTo>
                    <a:pt x="262425" y="2040890"/>
                  </a:moveTo>
                  <a:lnTo>
                    <a:pt x="262425" y="1977390"/>
                  </a:lnTo>
                  <a:cubicBezTo>
                    <a:pt x="262425" y="1968627"/>
                    <a:pt x="269537" y="1961515"/>
                    <a:pt x="278300" y="1961515"/>
                  </a:cubicBezTo>
                  <a:cubicBezTo>
                    <a:pt x="287063" y="1961515"/>
                    <a:pt x="294175" y="1968627"/>
                    <a:pt x="294175" y="1977390"/>
                  </a:cubicBezTo>
                  <a:lnTo>
                    <a:pt x="294175" y="2040890"/>
                  </a:lnTo>
                  <a:cubicBezTo>
                    <a:pt x="294175" y="2049653"/>
                    <a:pt x="287063" y="2056765"/>
                    <a:pt x="278300" y="2056765"/>
                  </a:cubicBezTo>
                  <a:cubicBezTo>
                    <a:pt x="269537" y="2056765"/>
                    <a:pt x="262425" y="2049653"/>
                    <a:pt x="262425" y="2040890"/>
                  </a:cubicBezTo>
                  <a:close/>
                  <a:moveTo>
                    <a:pt x="262425" y="1913890"/>
                  </a:moveTo>
                  <a:lnTo>
                    <a:pt x="262425" y="1850390"/>
                  </a:lnTo>
                  <a:cubicBezTo>
                    <a:pt x="262425" y="1841627"/>
                    <a:pt x="269537" y="1834515"/>
                    <a:pt x="278300" y="1834515"/>
                  </a:cubicBezTo>
                  <a:cubicBezTo>
                    <a:pt x="287063" y="1834515"/>
                    <a:pt x="294175" y="1841627"/>
                    <a:pt x="294175" y="1850390"/>
                  </a:cubicBezTo>
                  <a:lnTo>
                    <a:pt x="294175" y="1913890"/>
                  </a:lnTo>
                  <a:cubicBezTo>
                    <a:pt x="294175" y="1922653"/>
                    <a:pt x="287063" y="1929765"/>
                    <a:pt x="278300" y="1929765"/>
                  </a:cubicBezTo>
                  <a:cubicBezTo>
                    <a:pt x="269537" y="1929765"/>
                    <a:pt x="262425" y="1922653"/>
                    <a:pt x="262425" y="1913890"/>
                  </a:cubicBezTo>
                  <a:close/>
                  <a:moveTo>
                    <a:pt x="262425" y="1786890"/>
                  </a:moveTo>
                  <a:lnTo>
                    <a:pt x="262425" y="1723390"/>
                  </a:lnTo>
                  <a:cubicBezTo>
                    <a:pt x="262425" y="1714627"/>
                    <a:pt x="269537" y="1707515"/>
                    <a:pt x="278300" y="1707515"/>
                  </a:cubicBezTo>
                  <a:cubicBezTo>
                    <a:pt x="287063" y="1707515"/>
                    <a:pt x="294175" y="1714627"/>
                    <a:pt x="294175" y="1723390"/>
                  </a:cubicBezTo>
                  <a:lnTo>
                    <a:pt x="294175" y="1786890"/>
                  </a:lnTo>
                  <a:cubicBezTo>
                    <a:pt x="294175" y="1795653"/>
                    <a:pt x="287063" y="1802765"/>
                    <a:pt x="278300" y="1802765"/>
                  </a:cubicBezTo>
                  <a:cubicBezTo>
                    <a:pt x="269537" y="1802765"/>
                    <a:pt x="262425" y="1795653"/>
                    <a:pt x="262425" y="1786890"/>
                  </a:cubicBezTo>
                  <a:close/>
                  <a:moveTo>
                    <a:pt x="262425" y="1659890"/>
                  </a:moveTo>
                  <a:lnTo>
                    <a:pt x="262425" y="1596390"/>
                  </a:lnTo>
                  <a:cubicBezTo>
                    <a:pt x="262425" y="1587627"/>
                    <a:pt x="269537" y="1580515"/>
                    <a:pt x="278300" y="1580515"/>
                  </a:cubicBezTo>
                  <a:cubicBezTo>
                    <a:pt x="287063" y="1580515"/>
                    <a:pt x="294175" y="1587627"/>
                    <a:pt x="294175" y="1596390"/>
                  </a:cubicBezTo>
                  <a:lnTo>
                    <a:pt x="294175" y="1659890"/>
                  </a:lnTo>
                  <a:cubicBezTo>
                    <a:pt x="294175" y="1668653"/>
                    <a:pt x="287063" y="1675765"/>
                    <a:pt x="278300" y="1675765"/>
                  </a:cubicBezTo>
                  <a:cubicBezTo>
                    <a:pt x="269537" y="1675765"/>
                    <a:pt x="262425" y="1668653"/>
                    <a:pt x="262425" y="1659890"/>
                  </a:cubicBezTo>
                  <a:close/>
                  <a:moveTo>
                    <a:pt x="262425" y="1532890"/>
                  </a:moveTo>
                  <a:lnTo>
                    <a:pt x="262425" y="1469390"/>
                  </a:lnTo>
                  <a:cubicBezTo>
                    <a:pt x="262425" y="1460627"/>
                    <a:pt x="269537" y="1453515"/>
                    <a:pt x="278300" y="1453515"/>
                  </a:cubicBezTo>
                  <a:cubicBezTo>
                    <a:pt x="287063" y="1453515"/>
                    <a:pt x="294175" y="1460627"/>
                    <a:pt x="294175" y="1469390"/>
                  </a:cubicBezTo>
                  <a:lnTo>
                    <a:pt x="294175" y="1532890"/>
                  </a:lnTo>
                  <a:cubicBezTo>
                    <a:pt x="294175" y="1541653"/>
                    <a:pt x="287063" y="1548765"/>
                    <a:pt x="278300" y="1548765"/>
                  </a:cubicBezTo>
                  <a:cubicBezTo>
                    <a:pt x="269537" y="1548765"/>
                    <a:pt x="262425" y="1541653"/>
                    <a:pt x="262425" y="1532890"/>
                  </a:cubicBezTo>
                  <a:close/>
                  <a:moveTo>
                    <a:pt x="262425" y="1405890"/>
                  </a:moveTo>
                  <a:lnTo>
                    <a:pt x="262425" y="1342390"/>
                  </a:lnTo>
                  <a:cubicBezTo>
                    <a:pt x="262425" y="1333627"/>
                    <a:pt x="269537" y="1326515"/>
                    <a:pt x="278300" y="1326515"/>
                  </a:cubicBezTo>
                  <a:cubicBezTo>
                    <a:pt x="287063" y="1326515"/>
                    <a:pt x="294175" y="1333627"/>
                    <a:pt x="294175" y="1342390"/>
                  </a:cubicBezTo>
                  <a:lnTo>
                    <a:pt x="294175" y="1405890"/>
                  </a:lnTo>
                  <a:cubicBezTo>
                    <a:pt x="294175" y="1414653"/>
                    <a:pt x="287063" y="1421765"/>
                    <a:pt x="278300" y="1421765"/>
                  </a:cubicBezTo>
                  <a:cubicBezTo>
                    <a:pt x="269537" y="1421765"/>
                    <a:pt x="262425" y="1414653"/>
                    <a:pt x="262425" y="1405890"/>
                  </a:cubicBezTo>
                  <a:close/>
                  <a:moveTo>
                    <a:pt x="262425" y="1278890"/>
                  </a:moveTo>
                  <a:lnTo>
                    <a:pt x="262425" y="1215390"/>
                  </a:lnTo>
                  <a:cubicBezTo>
                    <a:pt x="262425" y="1206627"/>
                    <a:pt x="269537" y="1199515"/>
                    <a:pt x="278300" y="1199515"/>
                  </a:cubicBezTo>
                  <a:cubicBezTo>
                    <a:pt x="287063" y="1199515"/>
                    <a:pt x="294175" y="1206627"/>
                    <a:pt x="294175" y="1215390"/>
                  </a:cubicBezTo>
                  <a:lnTo>
                    <a:pt x="294175" y="1278890"/>
                  </a:lnTo>
                  <a:cubicBezTo>
                    <a:pt x="294175" y="1287653"/>
                    <a:pt x="287063" y="1294765"/>
                    <a:pt x="278300" y="1294765"/>
                  </a:cubicBezTo>
                  <a:cubicBezTo>
                    <a:pt x="269537" y="1294765"/>
                    <a:pt x="262425" y="1287653"/>
                    <a:pt x="262425" y="1278890"/>
                  </a:cubicBezTo>
                  <a:close/>
                  <a:moveTo>
                    <a:pt x="262425" y="1151890"/>
                  </a:moveTo>
                  <a:lnTo>
                    <a:pt x="262425" y="1088390"/>
                  </a:lnTo>
                  <a:cubicBezTo>
                    <a:pt x="262425" y="1079627"/>
                    <a:pt x="269537" y="1072515"/>
                    <a:pt x="278300" y="1072515"/>
                  </a:cubicBezTo>
                  <a:cubicBezTo>
                    <a:pt x="287063" y="1072515"/>
                    <a:pt x="294175" y="1079627"/>
                    <a:pt x="294175" y="1088390"/>
                  </a:cubicBezTo>
                  <a:lnTo>
                    <a:pt x="294175" y="1151890"/>
                  </a:lnTo>
                  <a:cubicBezTo>
                    <a:pt x="294175" y="1160653"/>
                    <a:pt x="287063" y="1167765"/>
                    <a:pt x="278300" y="1167765"/>
                  </a:cubicBezTo>
                  <a:cubicBezTo>
                    <a:pt x="269537" y="1167765"/>
                    <a:pt x="262425" y="1160653"/>
                    <a:pt x="262425" y="1151890"/>
                  </a:cubicBezTo>
                  <a:close/>
                  <a:moveTo>
                    <a:pt x="262425" y="1024890"/>
                  </a:moveTo>
                  <a:lnTo>
                    <a:pt x="262425" y="961390"/>
                  </a:lnTo>
                  <a:cubicBezTo>
                    <a:pt x="262425" y="952627"/>
                    <a:pt x="269537" y="945515"/>
                    <a:pt x="278300" y="945515"/>
                  </a:cubicBezTo>
                  <a:cubicBezTo>
                    <a:pt x="287063" y="945515"/>
                    <a:pt x="294175" y="952627"/>
                    <a:pt x="294175" y="961390"/>
                  </a:cubicBezTo>
                  <a:lnTo>
                    <a:pt x="294175" y="1024890"/>
                  </a:lnTo>
                  <a:cubicBezTo>
                    <a:pt x="294175" y="1033653"/>
                    <a:pt x="287063" y="1040765"/>
                    <a:pt x="278300" y="1040765"/>
                  </a:cubicBezTo>
                  <a:cubicBezTo>
                    <a:pt x="269537" y="1040765"/>
                    <a:pt x="262425" y="1033653"/>
                    <a:pt x="262425" y="1024890"/>
                  </a:cubicBezTo>
                  <a:close/>
                  <a:moveTo>
                    <a:pt x="262425" y="897890"/>
                  </a:moveTo>
                  <a:lnTo>
                    <a:pt x="262425" y="834390"/>
                  </a:lnTo>
                  <a:cubicBezTo>
                    <a:pt x="262425" y="825627"/>
                    <a:pt x="269537" y="818515"/>
                    <a:pt x="278300" y="818515"/>
                  </a:cubicBezTo>
                  <a:cubicBezTo>
                    <a:pt x="287063" y="818515"/>
                    <a:pt x="294175" y="825627"/>
                    <a:pt x="294175" y="834390"/>
                  </a:cubicBezTo>
                  <a:lnTo>
                    <a:pt x="294175" y="897890"/>
                  </a:lnTo>
                  <a:cubicBezTo>
                    <a:pt x="294175" y="906653"/>
                    <a:pt x="287063" y="913765"/>
                    <a:pt x="278300" y="913765"/>
                  </a:cubicBezTo>
                  <a:cubicBezTo>
                    <a:pt x="269537" y="913765"/>
                    <a:pt x="262425" y="906653"/>
                    <a:pt x="262425" y="897890"/>
                  </a:cubicBezTo>
                  <a:close/>
                  <a:moveTo>
                    <a:pt x="262425" y="770890"/>
                  </a:moveTo>
                  <a:lnTo>
                    <a:pt x="262425" y="709168"/>
                  </a:lnTo>
                  <a:lnTo>
                    <a:pt x="278300" y="709168"/>
                  </a:lnTo>
                  <a:lnTo>
                    <a:pt x="262425" y="709168"/>
                  </a:lnTo>
                  <a:cubicBezTo>
                    <a:pt x="262425" y="708660"/>
                    <a:pt x="262425" y="708025"/>
                    <a:pt x="262425" y="707517"/>
                  </a:cubicBezTo>
                  <a:cubicBezTo>
                    <a:pt x="262298" y="698754"/>
                    <a:pt x="269410" y="691515"/>
                    <a:pt x="278173" y="691515"/>
                  </a:cubicBezTo>
                  <a:cubicBezTo>
                    <a:pt x="286936" y="691515"/>
                    <a:pt x="294175" y="698500"/>
                    <a:pt x="294175" y="707263"/>
                  </a:cubicBezTo>
                  <a:cubicBezTo>
                    <a:pt x="294175" y="707898"/>
                    <a:pt x="294175" y="708533"/>
                    <a:pt x="294175" y="709168"/>
                  </a:cubicBezTo>
                  <a:lnTo>
                    <a:pt x="294175" y="770890"/>
                  </a:lnTo>
                  <a:cubicBezTo>
                    <a:pt x="294175" y="779653"/>
                    <a:pt x="287063" y="786765"/>
                    <a:pt x="278300" y="786765"/>
                  </a:cubicBezTo>
                  <a:cubicBezTo>
                    <a:pt x="269537" y="786765"/>
                    <a:pt x="262425" y="779653"/>
                    <a:pt x="262425" y="770890"/>
                  </a:cubicBezTo>
                  <a:close/>
                  <a:moveTo>
                    <a:pt x="252138" y="650621"/>
                  </a:moveTo>
                  <a:cubicBezTo>
                    <a:pt x="245661" y="632587"/>
                    <a:pt x="236136" y="615442"/>
                    <a:pt x="223944" y="599440"/>
                  </a:cubicBezTo>
                  <a:cubicBezTo>
                    <a:pt x="218610" y="592455"/>
                    <a:pt x="220007" y="582549"/>
                    <a:pt x="226992" y="577215"/>
                  </a:cubicBezTo>
                  <a:cubicBezTo>
                    <a:pt x="233977" y="571881"/>
                    <a:pt x="243883" y="573278"/>
                    <a:pt x="249217" y="580263"/>
                  </a:cubicBezTo>
                  <a:cubicBezTo>
                    <a:pt x="263187" y="598551"/>
                    <a:pt x="274236" y="618617"/>
                    <a:pt x="281983" y="639826"/>
                  </a:cubicBezTo>
                  <a:cubicBezTo>
                    <a:pt x="284904" y="648081"/>
                    <a:pt x="280713" y="657225"/>
                    <a:pt x="272458" y="660146"/>
                  </a:cubicBezTo>
                  <a:cubicBezTo>
                    <a:pt x="264203" y="663067"/>
                    <a:pt x="255059" y="658876"/>
                    <a:pt x="252138" y="650621"/>
                  </a:cubicBezTo>
                  <a:close/>
                  <a:moveTo>
                    <a:pt x="182161" y="557276"/>
                  </a:moveTo>
                  <a:cubicBezTo>
                    <a:pt x="166921" y="545338"/>
                    <a:pt x="149903" y="534670"/>
                    <a:pt x="131234" y="525780"/>
                  </a:cubicBezTo>
                  <a:cubicBezTo>
                    <a:pt x="123360" y="521970"/>
                    <a:pt x="120058" y="512445"/>
                    <a:pt x="123868" y="504571"/>
                  </a:cubicBezTo>
                  <a:cubicBezTo>
                    <a:pt x="127678" y="496697"/>
                    <a:pt x="137203" y="493395"/>
                    <a:pt x="145077" y="497205"/>
                  </a:cubicBezTo>
                  <a:cubicBezTo>
                    <a:pt x="165651" y="507111"/>
                    <a:pt x="184701" y="518922"/>
                    <a:pt x="201846" y="532384"/>
                  </a:cubicBezTo>
                  <a:cubicBezTo>
                    <a:pt x="208704" y="537845"/>
                    <a:pt x="209974" y="547751"/>
                    <a:pt x="204513" y="554736"/>
                  </a:cubicBezTo>
                  <a:cubicBezTo>
                    <a:pt x="199052" y="561721"/>
                    <a:pt x="189146" y="562864"/>
                    <a:pt x="182161" y="557403"/>
                  </a:cubicBezTo>
                  <a:close/>
                  <a:moveTo>
                    <a:pt x="74719" y="505079"/>
                  </a:moveTo>
                  <a:cubicBezTo>
                    <a:pt x="55542" y="499999"/>
                    <a:pt x="35476" y="496570"/>
                    <a:pt x="14648" y="495046"/>
                  </a:cubicBezTo>
                  <a:cubicBezTo>
                    <a:pt x="5885" y="494411"/>
                    <a:pt x="-592" y="486791"/>
                    <a:pt x="43" y="478028"/>
                  </a:cubicBezTo>
                  <a:cubicBezTo>
                    <a:pt x="678" y="469265"/>
                    <a:pt x="8298" y="462788"/>
                    <a:pt x="17061" y="463423"/>
                  </a:cubicBezTo>
                  <a:cubicBezTo>
                    <a:pt x="39794" y="465201"/>
                    <a:pt x="61765" y="468884"/>
                    <a:pt x="82720" y="474472"/>
                  </a:cubicBezTo>
                  <a:cubicBezTo>
                    <a:pt x="91229" y="476758"/>
                    <a:pt x="96309" y="485394"/>
                    <a:pt x="94023" y="493903"/>
                  </a:cubicBezTo>
                  <a:cubicBezTo>
                    <a:pt x="91737" y="502412"/>
                    <a:pt x="83101" y="507492"/>
                    <a:pt x="74592" y="505206"/>
                  </a:cubicBezTo>
                  <a:close/>
                  <a:moveTo>
                    <a:pt x="20744" y="460756"/>
                  </a:moveTo>
                  <a:cubicBezTo>
                    <a:pt x="41445" y="458724"/>
                    <a:pt x="61511" y="455041"/>
                    <a:pt x="80434" y="449580"/>
                  </a:cubicBezTo>
                  <a:cubicBezTo>
                    <a:pt x="88816" y="447167"/>
                    <a:pt x="97706" y="452120"/>
                    <a:pt x="99992" y="460502"/>
                  </a:cubicBezTo>
                  <a:cubicBezTo>
                    <a:pt x="102278" y="468884"/>
                    <a:pt x="97452" y="477774"/>
                    <a:pt x="89070" y="480060"/>
                  </a:cubicBezTo>
                  <a:cubicBezTo>
                    <a:pt x="68242" y="485902"/>
                    <a:pt x="46271" y="490093"/>
                    <a:pt x="23665" y="492252"/>
                  </a:cubicBezTo>
                  <a:cubicBezTo>
                    <a:pt x="14902" y="493141"/>
                    <a:pt x="7155" y="486664"/>
                    <a:pt x="6393" y="477901"/>
                  </a:cubicBezTo>
                  <a:cubicBezTo>
                    <a:pt x="5631" y="469138"/>
                    <a:pt x="11981" y="461391"/>
                    <a:pt x="20744" y="460629"/>
                  </a:cubicBezTo>
                  <a:close/>
                  <a:moveTo>
                    <a:pt x="136695" y="427609"/>
                  </a:moveTo>
                  <a:cubicBezTo>
                    <a:pt x="155110" y="418211"/>
                    <a:pt x="171874" y="407289"/>
                    <a:pt x="186860" y="394970"/>
                  </a:cubicBezTo>
                  <a:cubicBezTo>
                    <a:pt x="193591" y="389382"/>
                    <a:pt x="203624" y="390398"/>
                    <a:pt x="209212" y="397129"/>
                  </a:cubicBezTo>
                  <a:cubicBezTo>
                    <a:pt x="214800" y="403860"/>
                    <a:pt x="213784" y="413893"/>
                    <a:pt x="207053" y="419481"/>
                  </a:cubicBezTo>
                  <a:cubicBezTo>
                    <a:pt x="190289" y="433324"/>
                    <a:pt x="171493" y="445643"/>
                    <a:pt x="151046" y="455930"/>
                  </a:cubicBezTo>
                  <a:cubicBezTo>
                    <a:pt x="143172" y="459867"/>
                    <a:pt x="133647" y="456819"/>
                    <a:pt x="129710" y="448945"/>
                  </a:cubicBezTo>
                  <a:cubicBezTo>
                    <a:pt x="125773" y="441071"/>
                    <a:pt x="128821" y="431546"/>
                    <a:pt x="136695" y="427609"/>
                  </a:cubicBezTo>
                  <a:close/>
                  <a:moveTo>
                    <a:pt x="227500" y="351790"/>
                  </a:moveTo>
                  <a:cubicBezTo>
                    <a:pt x="239184" y="335534"/>
                    <a:pt x="248074" y="318135"/>
                    <a:pt x="254043" y="299847"/>
                  </a:cubicBezTo>
                  <a:cubicBezTo>
                    <a:pt x="256710" y="291465"/>
                    <a:pt x="265727" y="286893"/>
                    <a:pt x="273982" y="289687"/>
                  </a:cubicBezTo>
                  <a:cubicBezTo>
                    <a:pt x="282237" y="292481"/>
                    <a:pt x="286936" y="301371"/>
                    <a:pt x="284142" y="309626"/>
                  </a:cubicBezTo>
                  <a:cubicBezTo>
                    <a:pt x="277157" y="331216"/>
                    <a:pt x="266616" y="351536"/>
                    <a:pt x="253281" y="370332"/>
                  </a:cubicBezTo>
                  <a:cubicBezTo>
                    <a:pt x="248201" y="377444"/>
                    <a:pt x="238295" y="379095"/>
                    <a:pt x="231183" y="374015"/>
                  </a:cubicBezTo>
                  <a:cubicBezTo>
                    <a:pt x="224071" y="368935"/>
                    <a:pt x="222420" y="359029"/>
                    <a:pt x="227500" y="351917"/>
                  </a:cubicBezTo>
                  <a:close/>
                  <a:moveTo>
                    <a:pt x="262425" y="241808"/>
                  </a:moveTo>
                  <a:cubicBezTo>
                    <a:pt x="263060" y="218440"/>
                    <a:pt x="267632" y="195961"/>
                    <a:pt x="275760" y="174625"/>
                  </a:cubicBezTo>
                  <a:cubicBezTo>
                    <a:pt x="278808" y="166370"/>
                    <a:pt x="288079" y="162306"/>
                    <a:pt x="296207" y="165354"/>
                  </a:cubicBezTo>
                  <a:cubicBezTo>
                    <a:pt x="304335" y="168402"/>
                    <a:pt x="308526" y="177673"/>
                    <a:pt x="305478" y="185801"/>
                  </a:cubicBezTo>
                  <a:cubicBezTo>
                    <a:pt x="298620" y="203835"/>
                    <a:pt x="294810" y="222885"/>
                    <a:pt x="294302" y="242570"/>
                  </a:cubicBezTo>
                  <a:cubicBezTo>
                    <a:pt x="294048" y="251333"/>
                    <a:pt x="286809" y="258318"/>
                    <a:pt x="278046" y="258064"/>
                  </a:cubicBezTo>
                  <a:cubicBezTo>
                    <a:pt x="269283" y="257810"/>
                    <a:pt x="262298" y="250571"/>
                    <a:pt x="262552" y="241808"/>
                  </a:cubicBezTo>
                  <a:close/>
                  <a:moveTo>
                    <a:pt x="309415" y="115570"/>
                  </a:moveTo>
                  <a:cubicBezTo>
                    <a:pt x="323004" y="98171"/>
                    <a:pt x="339133" y="82296"/>
                    <a:pt x="357421" y="68326"/>
                  </a:cubicBezTo>
                  <a:cubicBezTo>
                    <a:pt x="364406" y="62992"/>
                    <a:pt x="374312" y="64262"/>
                    <a:pt x="379646" y="71247"/>
                  </a:cubicBezTo>
                  <a:cubicBezTo>
                    <a:pt x="384980" y="78232"/>
                    <a:pt x="383710" y="88138"/>
                    <a:pt x="376725" y="93472"/>
                  </a:cubicBezTo>
                  <a:cubicBezTo>
                    <a:pt x="360469" y="105918"/>
                    <a:pt x="346245" y="119888"/>
                    <a:pt x="334434" y="135128"/>
                  </a:cubicBezTo>
                  <a:cubicBezTo>
                    <a:pt x="329100" y="141986"/>
                    <a:pt x="319067" y="143256"/>
                    <a:pt x="312209" y="137922"/>
                  </a:cubicBezTo>
                  <a:cubicBezTo>
                    <a:pt x="305351" y="132588"/>
                    <a:pt x="304081" y="122555"/>
                    <a:pt x="309415" y="115697"/>
                  </a:cubicBezTo>
                  <a:close/>
                  <a:moveTo>
                    <a:pt x="414444" y="33782"/>
                  </a:moveTo>
                  <a:cubicBezTo>
                    <a:pt x="433875" y="24384"/>
                    <a:pt x="454703" y="16891"/>
                    <a:pt x="476674" y="11430"/>
                  </a:cubicBezTo>
                  <a:cubicBezTo>
                    <a:pt x="485183" y="9271"/>
                    <a:pt x="493819" y="14478"/>
                    <a:pt x="495978" y="22860"/>
                  </a:cubicBezTo>
                  <a:cubicBezTo>
                    <a:pt x="498137" y="31242"/>
                    <a:pt x="492930" y="40005"/>
                    <a:pt x="484548" y="42164"/>
                  </a:cubicBezTo>
                  <a:cubicBezTo>
                    <a:pt x="464609" y="47244"/>
                    <a:pt x="445559" y="54102"/>
                    <a:pt x="427906" y="62357"/>
                  </a:cubicBezTo>
                  <a:cubicBezTo>
                    <a:pt x="420032" y="66040"/>
                    <a:pt x="410507" y="62738"/>
                    <a:pt x="406824" y="54737"/>
                  </a:cubicBezTo>
                  <a:cubicBezTo>
                    <a:pt x="403141" y="46736"/>
                    <a:pt x="406443" y="37338"/>
                    <a:pt x="414444" y="33655"/>
                  </a:cubicBezTo>
                  <a:close/>
                  <a:moveTo>
                    <a:pt x="542333" y="889"/>
                  </a:moveTo>
                  <a:cubicBezTo>
                    <a:pt x="551096" y="254"/>
                    <a:pt x="559986" y="0"/>
                    <a:pt x="569003" y="0"/>
                  </a:cubicBezTo>
                  <a:cubicBezTo>
                    <a:pt x="577766" y="0"/>
                    <a:pt x="584878" y="7112"/>
                    <a:pt x="584878" y="15875"/>
                  </a:cubicBezTo>
                  <a:cubicBezTo>
                    <a:pt x="584878" y="24638"/>
                    <a:pt x="577766" y="31750"/>
                    <a:pt x="569003" y="31750"/>
                  </a:cubicBezTo>
                  <a:cubicBezTo>
                    <a:pt x="560748" y="31750"/>
                    <a:pt x="552620" y="32004"/>
                    <a:pt x="544492" y="32639"/>
                  </a:cubicBezTo>
                  <a:cubicBezTo>
                    <a:pt x="535729" y="33274"/>
                    <a:pt x="528109" y="26670"/>
                    <a:pt x="527601" y="17907"/>
                  </a:cubicBezTo>
                  <a:cubicBezTo>
                    <a:pt x="527093" y="9144"/>
                    <a:pt x="533570" y="1524"/>
                    <a:pt x="542333" y="889"/>
                  </a:cubicBezTo>
                  <a:close/>
                  <a:moveTo>
                    <a:pt x="569003" y="5686552"/>
                  </a:moveTo>
                  <a:cubicBezTo>
                    <a:pt x="546397" y="5686552"/>
                    <a:pt x="524299" y="5684520"/>
                    <a:pt x="502963" y="5680837"/>
                  </a:cubicBezTo>
                  <a:cubicBezTo>
                    <a:pt x="494327" y="5679313"/>
                    <a:pt x="488612" y="5671058"/>
                    <a:pt x="490136" y="5662422"/>
                  </a:cubicBezTo>
                  <a:cubicBezTo>
                    <a:pt x="491660" y="5653786"/>
                    <a:pt x="499915" y="5648071"/>
                    <a:pt x="508551" y="5649595"/>
                  </a:cubicBezTo>
                  <a:cubicBezTo>
                    <a:pt x="527982" y="5653024"/>
                    <a:pt x="548302" y="5654802"/>
                    <a:pt x="569130" y="5654802"/>
                  </a:cubicBezTo>
                  <a:cubicBezTo>
                    <a:pt x="577893" y="5654802"/>
                    <a:pt x="585005" y="5661914"/>
                    <a:pt x="585005" y="5670677"/>
                  </a:cubicBezTo>
                  <a:cubicBezTo>
                    <a:pt x="585005" y="5679440"/>
                    <a:pt x="577893" y="5686552"/>
                    <a:pt x="569130" y="5686552"/>
                  </a:cubicBezTo>
                  <a:close/>
                </a:path>
              </a:pathLst>
            </a:custGeom>
            <a:solidFill>
              <a:srgbClr val="BFBFBF">
                <a:alpha val="75686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57250" y="4352925"/>
            <a:ext cx="2425141" cy="118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</a:t>
            </a:r>
          </a:p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수행 경과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4248150" y="4086225"/>
            <a:ext cx="13353983" cy="1009650"/>
            <a:chOff x="0" y="0"/>
            <a:chExt cx="17805311" cy="1346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805400" cy="1346200"/>
            </a:xfrm>
            <a:custGeom>
              <a:avLst/>
              <a:gdLst/>
              <a:ahLst/>
              <a:cxnLst/>
              <a:rect l="l" t="t" r="r" b="b"/>
              <a:pathLst>
                <a:path w="17805400" h="1346200">
                  <a:moveTo>
                    <a:pt x="0" y="224409"/>
                  </a:moveTo>
                  <a:cubicBezTo>
                    <a:pt x="0" y="100457"/>
                    <a:pt x="100457" y="0"/>
                    <a:pt x="224409" y="0"/>
                  </a:cubicBezTo>
                  <a:lnTo>
                    <a:pt x="17580990" y="0"/>
                  </a:lnTo>
                  <a:cubicBezTo>
                    <a:pt x="17704943" y="0"/>
                    <a:pt x="17805400" y="100457"/>
                    <a:pt x="17805400" y="224409"/>
                  </a:cubicBezTo>
                  <a:lnTo>
                    <a:pt x="17805400" y="1121791"/>
                  </a:lnTo>
                  <a:cubicBezTo>
                    <a:pt x="17805400" y="1245743"/>
                    <a:pt x="17704943" y="1346200"/>
                    <a:pt x="17580990" y="1346200"/>
                  </a:cubicBezTo>
                  <a:lnTo>
                    <a:pt x="224409" y="1346200"/>
                  </a:lnTo>
                  <a:cubicBezTo>
                    <a:pt x="100457" y="1346200"/>
                    <a:pt x="0" y="1245743"/>
                    <a:pt x="0" y="1121791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3952875" y="4305300"/>
            <a:ext cx="621163" cy="536696"/>
            <a:chOff x="0" y="0"/>
            <a:chExt cx="828218" cy="715594"/>
          </a:xfrm>
        </p:grpSpPr>
        <p:sp>
          <p:nvSpPr>
            <p:cNvPr id="30" name="Freeform 30"/>
            <p:cNvSpPr/>
            <p:nvPr/>
          </p:nvSpPr>
          <p:spPr>
            <a:xfrm>
              <a:off x="12700" y="12700"/>
              <a:ext cx="816610" cy="703961"/>
            </a:xfrm>
            <a:custGeom>
              <a:avLst/>
              <a:gdLst/>
              <a:ahLst/>
              <a:cxnLst/>
              <a:rect l="l" t="t" r="r" b="b"/>
              <a:pathLst>
                <a:path w="816610" h="703961">
                  <a:moveTo>
                    <a:pt x="0" y="351917"/>
                  </a:moveTo>
                  <a:lnTo>
                    <a:pt x="176403" y="0"/>
                  </a:lnTo>
                  <a:lnTo>
                    <a:pt x="640207" y="0"/>
                  </a:lnTo>
                  <a:lnTo>
                    <a:pt x="816610" y="351917"/>
                  </a:lnTo>
                  <a:lnTo>
                    <a:pt x="640207" y="703961"/>
                  </a:lnTo>
                  <a:lnTo>
                    <a:pt x="176403" y="703961"/>
                  </a:lnTo>
                  <a:close/>
                </a:path>
              </a:pathLst>
            </a:custGeom>
            <a:solidFill>
              <a:srgbClr val="3378C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63" y="0"/>
              <a:ext cx="841883" cy="729361"/>
            </a:xfrm>
            <a:custGeom>
              <a:avLst/>
              <a:gdLst/>
              <a:ahLst/>
              <a:cxnLst/>
              <a:rect l="l" t="t" r="r" b="b"/>
              <a:pathLst>
                <a:path w="841883" h="729361">
                  <a:moveTo>
                    <a:pt x="1334" y="359029"/>
                  </a:moveTo>
                  <a:lnTo>
                    <a:pt x="177610" y="6985"/>
                  </a:lnTo>
                  <a:cubicBezTo>
                    <a:pt x="179769" y="2667"/>
                    <a:pt x="184214" y="0"/>
                    <a:pt x="188913" y="0"/>
                  </a:cubicBezTo>
                  <a:lnTo>
                    <a:pt x="652844" y="0"/>
                  </a:lnTo>
                  <a:cubicBezTo>
                    <a:pt x="657670" y="0"/>
                    <a:pt x="661988" y="2667"/>
                    <a:pt x="664147" y="6985"/>
                  </a:cubicBezTo>
                  <a:lnTo>
                    <a:pt x="840550" y="359029"/>
                  </a:lnTo>
                  <a:cubicBezTo>
                    <a:pt x="842328" y="362585"/>
                    <a:pt x="842328" y="366776"/>
                    <a:pt x="840550" y="370459"/>
                  </a:cubicBezTo>
                  <a:lnTo>
                    <a:pt x="664147" y="722376"/>
                  </a:lnTo>
                  <a:cubicBezTo>
                    <a:pt x="661988" y="726694"/>
                    <a:pt x="657543" y="729361"/>
                    <a:pt x="652844" y="729361"/>
                  </a:cubicBezTo>
                  <a:lnTo>
                    <a:pt x="189040" y="729361"/>
                  </a:lnTo>
                  <a:cubicBezTo>
                    <a:pt x="184214" y="729361"/>
                    <a:pt x="179896" y="726694"/>
                    <a:pt x="177737" y="722376"/>
                  </a:cubicBezTo>
                  <a:lnTo>
                    <a:pt x="1334" y="370332"/>
                  </a:lnTo>
                  <a:cubicBezTo>
                    <a:pt x="-444" y="366776"/>
                    <a:pt x="-444" y="362585"/>
                    <a:pt x="1334" y="358902"/>
                  </a:cubicBezTo>
                  <a:moveTo>
                    <a:pt x="24067" y="370332"/>
                  </a:moveTo>
                  <a:lnTo>
                    <a:pt x="12637" y="364617"/>
                  </a:lnTo>
                  <a:lnTo>
                    <a:pt x="23940" y="358902"/>
                  </a:lnTo>
                  <a:lnTo>
                    <a:pt x="200343" y="710946"/>
                  </a:lnTo>
                  <a:lnTo>
                    <a:pt x="189040" y="716661"/>
                  </a:lnTo>
                  <a:lnTo>
                    <a:pt x="189040" y="703961"/>
                  </a:lnTo>
                  <a:lnTo>
                    <a:pt x="652844" y="703961"/>
                  </a:lnTo>
                  <a:lnTo>
                    <a:pt x="652844" y="716661"/>
                  </a:lnTo>
                  <a:lnTo>
                    <a:pt x="641541" y="710946"/>
                  </a:lnTo>
                  <a:lnTo>
                    <a:pt x="817817" y="359029"/>
                  </a:lnTo>
                  <a:lnTo>
                    <a:pt x="829120" y="364744"/>
                  </a:lnTo>
                  <a:lnTo>
                    <a:pt x="817817" y="370459"/>
                  </a:lnTo>
                  <a:lnTo>
                    <a:pt x="641414" y="18415"/>
                  </a:lnTo>
                  <a:lnTo>
                    <a:pt x="652844" y="12700"/>
                  </a:lnTo>
                  <a:lnTo>
                    <a:pt x="652844" y="25400"/>
                  </a:lnTo>
                  <a:lnTo>
                    <a:pt x="189040" y="25400"/>
                  </a:lnTo>
                  <a:lnTo>
                    <a:pt x="189040" y="12700"/>
                  </a:lnTo>
                  <a:lnTo>
                    <a:pt x="200343" y="18415"/>
                  </a:lnTo>
                  <a:lnTo>
                    <a:pt x="23940" y="370332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32" name="Group 32"/>
          <p:cNvGrpSpPr/>
          <p:nvPr/>
        </p:nvGrpSpPr>
        <p:grpSpPr>
          <a:xfrm rot="4666740">
            <a:off x="4054360" y="4340332"/>
            <a:ext cx="459610" cy="480936"/>
            <a:chOff x="0" y="0"/>
            <a:chExt cx="612813" cy="64124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12775" cy="641350"/>
            </a:xfrm>
            <a:custGeom>
              <a:avLst/>
              <a:gdLst/>
              <a:ahLst/>
              <a:cxnLst/>
              <a:rect l="l" t="t" r="r" b="b"/>
              <a:pathLst>
                <a:path w="612775" h="641350">
                  <a:moveTo>
                    <a:pt x="0" y="416560"/>
                  </a:moveTo>
                  <a:lnTo>
                    <a:pt x="87376" y="2667"/>
                  </a:lnTo>
                  <a:lnTo>
                    <a:pt x="97663" y="0"/>
                  </a:lnTo>
                  <a:lnTo>
                    <a:pt x="612775" y="543687"/>
                  </a:lnTo>
                  <a:lnTo>
                    <a:pt x="610997" y="552450"/>
                  </a:lnTo>
                  <a:lnTo>
                    <a:pt x="272415" y="641350"/>
                  </a:lnTo>
                  <a:lnTo>
                    <a:pt x="0" y="41656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0000"/>
                  </a:srgbClr>
                </a:gs>
                <a:gs pos="69000">
                  <a:srgbClr val="2069C2">
                    <a:alpha val="14000"/>
                  </a:srgbClr>
                </a:gs>
              </a:gsLst>
              <a:lin ang="10333250"/>
            </a:gradFill>
          </p:spPr>
        </p:sp>
      </p:grpSp>
      <p:sp>
        <p:nvSpPr>
          <p:cNvPr id="34" name="TextBox 34"/>
          <p:cNvSpPr txBox="1"/>
          <p:nvPr/>
        </p:nvSpPr>
        <p:spPr>
          <a:xfrm>
            <a:off x="4076700" y="4400550"/>
            <a:ext cx="383515" cy="378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62525" y="4400550"/>
            <a:ext cx="10251167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프로젝트 수행 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결과물을 잘 드러낼 수 있는 자료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를</a:t>
            </a:r>
            <a:r>
              <a:rPr lang="en-US" sz="2100" b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첨부</a:t>
            </a:r>
            <a:r>
              <a:rPr lang="en-US" sz="21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하여 작성</a:t>
            </a:r>
          </a:p>
        </p:txBody>
      </p:sp>
      <p:sp>
        <p:nvSpPr>
          <p:cNvPr id="36" name="Freeform 36"/>
          <p:cNvSpPr/>
          <p:nvPr/>
        </p:nvSpPr>
        <p:spPr>
          <a:xfrm rot="5400000">
            <a:off x="-714756" y="3700196"/>
            <a:ext cx="2158051" cy="728548"/>
          </a:xfrm>
          <a:custGeom>
            <a:avLst/>
            <a:gdLst/>
            <a:ahLst/>
            <a:cxnLst/>
            <a:rect l="l" t="t" r="r" b="b"/>
            <a:pathLst>
              <a:path w="2158051" h="728548">
                <a:moveTo>
                  <a:pt x="0" y="0"/>
                </a:moveTo>
                <a:lnTo>
                  <a:pt x="2158051" y="0"/>
                </a:lnTo>
                <a:lnTo>
                  <a:pt x="2158051" y="728548"/>
                </a:lnTo>
                <a:lnTo>
                  <a:pt x="0" y="7285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b="-22661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897161" y="7434920"/>
            <a:ext cx="165002" cy="165002"/>
          </a:xfrm>
          <a:custGeom>
            <a:avLst/>
            <a:gdLst/>
            <a:ahLst/>
            <a:cxnLst/>
            <a:rect l="l" t="t" r="r" b="b"/>
            <a:pathLst>
              <a:path w="165002" h="165002">
                <a:moveTo>
                  <a:pt x="0" y="0"/>
                </a:moveTo>
                <a:lnTo>
                  <a:pt x="165001" y="0"/>
                </a:lnTo>
                <a:lnTo>
                  <a:pt x="165001" y="165001"/>
                </a:lnTo>
                <a:lnTo>
                  <a:pt x="0" y="1650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386553" y="6415764"/>
            <a:ext cx="213112" cy="213112"/>
          </a:xfrm>
          <a:custGeom>
            <a:avLst/>
            <a:gdLst/>
            <a:ahLst/>
            <a:cxnLst/>
            <a:rect l="l" t="t" r="r" b="b"/>
            <a:pathLst>
              <a:path w="213112" h="213112">
                <a:moveTo>
                  <a:pt x="0" y="0"/>
                </a:moveTo>
                <a:lnTo>
                  <a:pt x="213112" y="0"/>
                </a:lnTo>
                <a:lnTo>
                  <a:pt x="213112" y="213112"/>
                </a:lnTo>
                <a:lnTo>
                  <a:pt x="0" y="2131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3006404" y="8792528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40" name="Group 40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41" name="Freeform 41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r="-812" b="4"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5010150" y="5086350"/>
            <a:ext cx="11496199" cy="3672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파이프라인 및 워크플로우: 데이터 정제부터 항목별 스코어링, 가중합산으로 이어지는 '5단계 전처리 파이프라인'과 Orange ML의 '의사결정 나무(Decision Tree) 시각화 구조도'를 제시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분석 통계 그래프: '직무별 요구 스킬 TOP 10 바차트'와 실제 데이터 분석의 당위성을 증명하는 '공고 품질 점수 우편향 분포 히스토그램'을 첨부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88620" lvl="1" indent="-194310" algn="l">
              <a:lnSpc>
                <a:spcPts val="3240"/>
              </a:lnSpc>
              <a:buFont typeface="Arial"/>
              <a:buChar char="•"/>
            </a:pPr>
            <a:r>
              <a:rPr lang="en-US" sz="18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개인화 서비스 대시보드: NCS/임금 기준 대비 내 스펙을 진단하는 화면과, 공고 위험신호 및 리뷰 도메인 점수가 결합한 '기업 문화 프로필 레이더 차트' 예시를 활용</a:t>
            </a:r>
          </a:p>
          <a:p>
            <a:pPr algn="l">
              <a:lnSpc>
                <a:spcPts val="3240"/>
              </a:lnSpc>
            </a:pPr>
            <a:endParaRPr lang="en-US" sz="180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06865" y="2171995"/>
            <a:ext cx="15303770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5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학습 데이터 소개 (Train/dev set)</a:t>
            </a:r>
          </a:p>
          <a:p>
            <a:pPr algn="l">
              <a:lnSpc>
                <a:spcPts val="3240"/>
              </a:lnSpc>
            </a:pPr>
            <a:endParaRPr lang="en-US" sz="2700" b="1" spc="-150">
              <a:solidFill>
                <a:srgbClr val="3B383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4" name="Freeform 14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560017" y="1317708"/>
            <a:ext cx="5072386" cy="70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 spc="-150">
                <a:solidFill>
                  <a:srgbClr val="4472C4"/>
                </a:solidFill>
                <a:latin typeface="Arimo Bold"/>
                <a:ea typeface="Arimo Bold"/>
                <a:cs typeface="Arimo Bold"/>
                <a:sym typeface="Arimo Bold"/>
              </a:rPr>
              <a:t>* 결과 제시 ① 탐색적 분석 및 전처리</a:t>
            </a:r>
          </a:p>
          <a:p>
            <a:pPr algn="r">
              <a:lnSpc>
                <a:spcPts val="2520"/>
              </a:lnSpc>
            </a:pPr>
            <a:endParaRPr lang="en-US" sz="2100" b="1" spc="-150">
              <a:solidFill>
                <a:srgbClr val="4472C4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6" name="Group 16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17" name="Freeform 17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27000"/>
              </a:blip>
              <a:stretch>
                <a:fillRect b="-27287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19" name="Freeform 19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812" b="4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211216" y="3336960"/>
            <a:ext cx="9147886" cy="139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0048" lvl="1" indent="-190024" algn="l">
              <a:lnSpc>
                <a:spcPts val="3780"/>
              </a:lnSpc>
              <a:buFont typeface="Arial"/>
              <a:buChar char="•"/>
            </a:pPr>
            <a:r>
              <a:rPr lang="en-US" sz="2100" spc="-15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Tokenizing : Okt</a:t>
            </a:r>
          </a:p>
          <a:p>
            <a:pPr marL="380048" lvl="1" indent="-190024" algn="l">
              <a:lnSpc>
                <a:spcPts val="3780"/>
              </a:lnSpc>
              <a:buFont typeface="Arial"/>
              <a:buChar char="•"/>
            </a:pPr>
            <a:r>
              <a:rPr lang="en-US" sz="2100" spc="-15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Regular Expression : 불용어가 많아 필수 한글, 영어, 숫자만 추출</a:t>
            </a:r>
          </a:p>
          <a:p>
            <a:pPr marL="380048" lvl="1" indent="-190024" algn="l">
              <a:lnSpc>
                <a:spcPts val="3780"/>
              </a:lnSpc>
              <a:buFont typeface="Arial"/>
              <a:buChar char="•"/>
            </a:pPr>
            <a:r>
              <a:rPr lang="en-US" sz="2100" spc="-15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Embedding : 단어 – 단어 사이 문맥상 유사성 이해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8431" y="3073241"/>
            <a:ext cx="5586613" cy="214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spc="-15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잡코리아 / 사람인 채용 공고 데이터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spc="-15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개수 : 886개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spc="-15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잡플래닛 리뷰 데이터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spc="-15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개수 : 29680개 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104012" y="5005740"/>
            <a:ext cx="9799625" cy="2285467"/>
            <a:chOff x="0" y="0"/>
            <a:chExt cx="13066166" cy="3047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066140" cy="3047238"/>
            </a:xfrm>
            <a:custGeom>
              <a:avLst/>
              <a:gdLst/>
              <a:ahLst/>
              <a:cxnLst/>
              <a:rect l="l" t="t" r="r" b="b"/>
              <a:pathLst>
                <a:path w="13066140" h="3047238">
                  <a:moveTo>
                    <a:pt x="0" y="0"/>
                  </a:moveTo>
                  <a:lnTo>
                    <a:pt x="13066140" y="0"/>
                  </a:lnTo>
                  <a:lnTo>
                    <a:pt x="13066140" y="3047238"/>
                  </a:lnTo>
                  <a:lnTo>
                    <a:pt x="0" y="304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2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962558" y="7570003"/>
            <a:ext cx="16138789" cy="1728540"/>
            <a:chOff x="0" y="0"/>
            <a:chExt cx="21518385" cy="23047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518372" cy="2304669"/>
            </a:xfrm>
            <a:custGeom>
              <a:avLst/>
              <a:gdLst/>
              <a:ahLst/>
              <a:cxnLst/>
              <a:rect l="l" t="t" r="r" b="b"/>
              <a:pathLst>
                <a:path w="21518372" h="2304669">
                  <a:moveTo>
                    <a:pt x="0" y="0"/>
                  </a:moveTo>
                  <a:lnTo>
                    <a:pt x="21518372" y="0"/>
                  </a:lnTo>
                  <a:lnTo>
                    <a:pt x="21518372" y="2304669"/>
                  </a:lnTo>
                  <a:lnTo>
                    <a:pt x="0" y="2304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06865" y="2171995"/>
            <a:ext cx="15303770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33F50"/>
                </a:solidFill>
                <a:latin typeface="Arimo Bold"/>
                <a:ea typeface="Arimo Bold"/>
                <a:cs typeface="Arimo Bold"/>
                <a:sym typeface="Arimo Bold"/>
              </a:rPr>
              <a:t>머신러닝 (랜덤 포레스트)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333F5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4" name="Freeform 14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560017" y="1317708"/>
            <a:ext cx="5072386" cy="1026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 spc="-150">
                <a:solidFill>
                  <a:srgbClr val="4472C4"/>
                </a:solidFill>
                <a:latin typeface="Arimo Bold"/>
                <a:ea typeface="Arimo Bold"/>
                <a:cs typeface="Arimo Bold"/>
                <a:sym typeface="Arimo Bold"/>
              </a:rPr>
              <a:t>* 결과 제시 ② 모델 개요</a:t>
            </a:r>
          </a:p>
          <a:p>
            <a:pPr algn="r">
              <a:lnSpc>
                <a:spcPts val="2520"/>
              </a:lnSpc>
            </a:pPr>
            <a:endParaRPr lang="en-US" sz="2100" b="1" spc="-150">
              <a:solidFill>
                <a:srgbClr val="4472C4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r">
              <a:lnSpc>
                <a:spcPts val="2520"/>
              </a:lnSpc>
            </a:pPr>
            <a:endParaRPr lang="en-US" sz="2100" b="1" spc="-150">
              <a:solidFill>
                <a:srgbClr val="4472C4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6" name="Group 16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17" name="Freeform 17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27000"/>
              </a:blip>
              <a:stretch>
                <a:fillRect b="-27287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19" name="Freeform 19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812" b="4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890673" y="2989821"/>
            <a:ext cx="16856850" cy="71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spc="-225">
                <a:solidFill>
                  <a:srgbClr val="3B3838"/>
                </a:solidFill>
                <a:latin typeface="Calibri (MS)"/>
                <a:ea typeface="Calibri (MS)"/>
                <a:cs typeface="Calibri (MS)"/>
                <a:sym typeface="Calibri (MS)"/>
              </a:rPr>
              <a:t>랜덤 포레스트 : 배깅 방식으로 복원 추출 부트스트랩 활용 하여 최대한 오버 피팅 방지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945006" y="4163263"/>
            <a:ext cx="12659239" cy="5471265"/>
            <a:chOff x="0" y="0"/>
            <a:chExt cx="16878986" cy="72950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878936" cy="7295007"/>
            </a:xfrm>
            <a:custGeom>
              <a:avLst/>
              <a:gdLst/>
              <a:ahLst/>
              <a:cxnLst/>
              <a:rect l="l" t="t" r="r" b="b"/>
              <a:pathLst>
                <a:path w="16878936" h="7295007">
                  <a:moveTo>
                    <a:pt x="0" y="0"/>
                  </a:moveTo>
                  <a:lnTo>
                    <a:pt x="16878936" y="0"/>
                  </a:lnTo>
                  <a:lnTo>
                    <a:pt x="16878936" y="7295007"/>
                  </a:lnTo>
                  <a:lnTo>
                    <a:pt x="0" y="729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15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랜덤 포레스트 결과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4" name="Freeform 14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560017" y="1317708"/>
            <a:ext cx="5072386" cy="1026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 spc="-150">
                <a:solidFill>
                  <a:srgbClr val="4472C4"/>
                </a:solidFill>
                <a:latin typeface="Arimo Bold"/>
                <a:ea typeface="Arimo Bold"/>
                <a:cs typeface="Arimo Bold"/>
                <a:sym typeface="Arimo Bold"/>
              </a:rPr>
              <a:t>* 결과 제시 ③ 모델 선정 및 분석</a:t>
            </a:r>
          </a:p>
          <a:p>
            <a:pPr algn="r">
              <a:lnSpc>
                <a:spcPts val="2520"/>
              </a:lnSpc>
            </a:pPr>
            <a:endParaRPr lang="en-US" sz="2100" b="1" spc="-150">
              <a:solidFill>
                <a:srgbClr val="4472C4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r">
              <a:lnSpc>
                <a:spcPts val="2520"/>
              </a:lnSpc>
            </a:pPr>
            <a:endParaRPr lang="en-US" sz="2100" b="1" spc="-150">
              <a:solidFill>
                <a:srgbClr val="4472C4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6" name="Group 16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17" name="Freeform 17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4">
                <a:alphaModFix amt="27000"/>
              </a:blip>
              <a:stretch>
                <a:fillRect b="-27287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19" name="Freeform 19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812" b="4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296562" y="2997136"/>
            <a:ext cx="5600605" cy="1307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spc="-225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랜덤 포레스트 정확도 0.8 이상</a:t>
            </a:r>
          </a:p>
          <a:p>
            <a:pPr marL="434340" lvl="1" indent="-217170" algn="l">
              <a:lnSpc>
                <a:spcPts val="4320"/>
              </a:lnSpc>
              <a:buFont typeface="Arial"/>
              <a:buChar char="•"/>
            </a:pPr>
            <a:r>
              <a:rPr lang="en-US" sz="2400" spc="-225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정밀도 및 재현도 부분 이상 없음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691173" y="4641475"/>
            <a:ext cx="5912653" cy="5198374"/>
            <a:chOff x="0" y="0"/>
            <a:chExt cx="7883538" cy="69311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883525" cy="6931152"/>
            </a:xfrm>
            <a:custGeom>
              <a:avLst/>
              <a:gdLst/>
              <a:ahLst/>
              <a:cxnLst/>
              <a:rect l="l" t="t" r="r" b="b"/>
              <a:pathLst>
                <a:path w="7883525" h="6931152">
                  <a:moveTo>
                    <a:pt x="0" y="0"/>
                  </a:moveTo>
                  <a:lnTo>
                    <a:pt x="7883525" y="0"/>
                  </a:lnTo>
                  <a:lnTo>
                    <a:pt x="7883525" y="6931152"/>
                  </a:lnTo>
                  <a:lnTo>
                    <a:pt x="0" y="6931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9834134" y="3603774"/>
            <a:ext cx="6899796" cy="5645287"/>
            <a:chOff x="0" y="0"/>
            <a:chExt cx="9199728" cy="75270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199753" cy="7527036"/>
            </a:xfrm>
            <a:custGeom>
              <a:avLst/>
              <a:gdLst/>
              <a:ahLst/>
              <a:cxnLst/>
              <a:rect l="l" t="t" r="r" b="b"/>
              <a:pathLst>
                <a:path w="9199753" h="7527036">
                  <a:moveTo>
                    <a:pt x="0" y="0"/>
                  </a:moveTo>
                  <a:lnTo>
                    <a:pt x="9199753" y="0"/>
                  </a:lnTo>
                  <a:lnTo>
                    <a:pt x="9199753" y="7527036"/>
                  </a:lnTo>
                  <a:lnTo>
                    <a:pt x="0" y="7527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프로젝트 수행 경과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206865" y="2171995"/>
            <a:ext cx="15303770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훈련생 발표 영상이 아닌 세부 기능 소개, 화면 구동 및 기능 동작 여부 시연영상으로 제작한다.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4" name="Freeform 14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2560017" y="1317708"/>
            <a:ext cx="4988776" cy="702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 spc="-150">
                <a:solidFill>
                  <a:srgbClr val="4472C4"/>
                </a:solidFill>
                <a:latin typeface="Arimo Bold"/>
                <a:ea typeface="Arimo Bold"/>
                <a:cs typeface="Arimo Bold"/>
                <a:sym typeface="Arimo Bold"/>
              </a:rPr>
              <a:t>* 결과 제시 ⑤ 시연 동영상</a:t>
            </a:r>
          </a:p>
          <a:p>
            <a:pPr algn="r">
              <a:lnSpc>
                <a:spcPts val="2520"/>
              </a:lnSpc>
            </a:pPr>
            <a:endParaRPr lang="en-US" sz="2100" b="1" spc="-150">
              <a:solidFill>
                <a:srgbClr val="4472C4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grpSp>
        <p:nvGrpSpPr>
          <p:cNvPr id="16" name="Group 16"/>
          <p:cNvGrpSpPr/>
          <p:nvPr/>
        </p:nvGrpSpPr>
        <p:grpSpPr>
          <a:xfrm rot="-10800000">
            <a:off x="0" y="2875274"/>
            <a:ext cx="18288000" cy="350368"/>
            <a:chOff x="0" y="0"/>
            <a:chExt cx="24384000" cy="467157"/>
          </a:xfrm>
        </p:grpSpPr>
        <p:sp>
          <p:nvSpPr>
            <p:cNvPr id="17" name="Freeform 17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6">
                <a:alphaModFix amt="27000"/>
              </a:blip>
              <a:stretch>
                <a:fillRect b="-272873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19" name="Freeform 19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812" b="4"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18610" y="9592494"/>
            <a:ext cx="13264515" cy="37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* 용량제한: 팀별 5-10분 내(100MB 이하), 기능별 소개 음성 포함, 별도 파일형태로 제출 가능</a:t>
            </a:r>
          </a:p>
        </p:txBody>
      </p:sp>
      <p:pic>
        <p:nvPicPr>
          <p:cNvPr id="22" name="Picture 2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72" r="72"/>
          <a:stretch>
            <a:fillRect/>
          </a:stretch>
        </p:blipFill>
        <p:spPr>
          <a:xfrm>
            <a:off x="4511764" y="3138002"/>
            <a:ext cx="9264472" cy="57886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7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15968424" y="4703007"/>
            <a:ext cx="3826316" cy="812835"/>
          </a:xfrm>
          <a:custGeom>
            <a:avLst/>
            <a:gdLst/>
            <a:ahLst/>
            <a:cxnLst/>
            <a:rect l="l" t="t" r="r" b="b"/>
            <a:pathLst>
              <a:path w="3826316" h="812835">
                <a:moveTo>
                  <a:pt x="0" y="0"/>
                </a:moveTo>
                <a:lnTo>
                  <a:pt x="3826317" y="0"/>
                </a:lnTo>
                <a:lnTo>
                  <a:pt x="3826317" y="812835"/>
                </a:lnTo>
                <a:lnTo>
                  <a:pt x="0" y="812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2140" b="-98546"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3" y="7926362"/>
            <a:ext cx="2054133" cy="2360638"/>
          </a:xfrm>
          <a:custGeom>
            <a:avLst/>
            <a:gdLst/>
            <a:ahLst/>
            <a:cxnLst/>
            <a:rect l="l" t="t" r="r" b="b"/>
            <a:pathLst>
              <a:path w="2054133" h="2360638">
                <a:moveTo>
                  <a:pt x="0" y="0"/>
                </a:moveTo>
                <a:lnTo>
                  <a:pt x="2054133" y="0"/>
                </a:lnTo>
                <a:lnTo>
                  <a:pt x="2054133" y="2360638"/>
                </a:lnTo>
                <a:lnTo>
                  <a:pt x="0" y="2360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6135" r="-107309" b="-382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자체 평가 의견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55596" y="471287"/>
            <a:ext cx="1717138" cy="1275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0" y="3196276"/>
            <a:ext cx="18288000" cy="350368"/>
            <a:chOff x="0" y="0"/>
            <a:chExt cx="24384000" cy="467157"/>
          </a:xfrm>
        </p:grpSpPr>
        <p:sp>
          <p:nvSpPr>
            <p:cNvPr id="11" name="Freeform 11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8">
                <a:alphaModFix amt="27000"/>
              </a:blip>
              <a:stretch>
                <a:fillRect b="-27287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06865" y="2171995"/>
            <a:ext cx="16176860" cy="89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프로젝트 결과물에 대한 프로젝트 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기획 의도와의 부합 정도 </a:t>
            </a: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및 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실무 활용 가능 정도</a:t>
            </a: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달성도</a:t>
            </a: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7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완성도</a:t>
            </a: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 등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훈련생의 자체적인 평가 의견과 느낀</a:t>
            </a:r>
            <a:r>
              <a:rPr lang="en-US" sz="2700">
                <a:solidFill>
                  <a:srgbClr val="3378C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점</a:t>
            </a: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을 작성한다.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4" name="Freeform 14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12835" y="3612166"/>
            <a:ext cx="8045910" cy="2622737"/>
            <a:chOff x="0" y="0"/>
            <a:chExt cx="10727880" cy="349698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7817" cy="3496945"/>
            </a:xfrm>
            <a:custGeom>
              <a:avLst/>
              <a:gdLst/>
              <a:ahLst/>
              <a:cxnLst/>
              <a:rect l="l" t="t" r="r" b="b"/>
              <a:pathLst>
                <a:path w="10727817" h="3496945">
                  <a:moveTo>
                    <a:pt x="0" y="241173"/>
                  </a:moveTo>
                  <a:cubicBezTo>
                    <a:pt x="0" y="107950"/>
                    <a:pt x="107950" y="0"/>
                    <a:pt x="241173" y="0"/>
                  </a:cubicBezTo>
                  <a:lnTo>
                    <a:pt x="10486644" y="0"/>
                  </a:lnTo>
                  <a:cubicBezTo>
                    <a:pt x="10619867" y="0"/>
                    <a:pt x="10727817" y="107950"/>
                    <a:pt x="10727817" y="241173"/>
                  </a:cubicBezTo>
                  <a:lnTo>
                    <a:pt x="10727817" y="3255772"/>
                  </a:lnTo>
                  <a:cubicBezTo>
                    <a:pt x="10727817" y="3388995"/>
                    <a:pt x="10619867" y="3496945"/>
                    <a:pt x="10486644" y="3496945"/>
                  </a:cubicBezTo>
                  <a:lnTo>
                    <a:pt x="241173" y="3496945"/>
                  </a:lnTo>
                  <a:cubicBezTo>
                    <a:pt x="107950" y="3496945"/>
                    <a:pt x="0" y="3388995"/>
                    <a:pt x="0" y="3255772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21" name="Group 21"/>
          <p:cNvGrpSpPr/>
          <p:nvPr/>
        </p:nvGrpSpPr>
        <p:grpSpPr>
          <a:xfrm rot="5400000">
            <a:off x="4765453" y="352558"/>
            <a:ext cx="140675" cy="6659909"/>
            <a:chOff x="0" y="0"/>
            <a:chExt cx="187566" cy="887987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7579" cy="8879840"/>
            </a:xfrm>
            <a:custGeom>
              <a:avLst/>
              <a:gdLst/>
              <a:ahLst/>
              <a:cxnLst/>
              <a:rect l="l" t="t" r="r" b="b"/>
              <a:pathLst>
                <a:path w="187579" h="8879840">
                  <a:moveTo>
                    <a:pt x="0" y="0"/>
                  </a:moveTo>
                  <a:lnTo>
                    <a:pt x="187579" y="0"/>
                  </a:lnTo>
                  <a:lnTo>
                    <a:pt x="187579" y="8879840"/>
                  </a:lnTo>
                  <a:lnTo>
                    <a:pt x="0" y="887984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214118" y="3743325"/>
            <a:ext cx="7395067" cy="96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1. 사전 기획의 관점에서 </a:t>
            </a:r>
          </a:p>
          <a:p>
            <a:pPr algn="ctr">
              <a:lnSpc>
                <a:spcPts val="3887"/>
              </a:lnSpc>
            </a:pPr>
            <a:r>
              <a:rPr lang="en-US" sz="27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프로젝트 결과물에 대한 완성도 평가</a:t>
            </a:r>
            <a:r>
              <a:rPr lang="en-US" sz="27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(10점 만점)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12835" y="6736366"/>
            <a:ext cx="8045910" cy="2622737"/>
            <a:chOff x="0" y="0"/>
            <a:chExt cx="10727880" cy="349698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727817" cy="3496945"/>
            </a:xfrm>
            <a:custGeom>
              <a:avLst/>
              <a:gdLst/>
              <a:ahLst/>
              <a:cxnLst/>
              <a:rect l="l" t="t" r="r" b="b"/>
              <a:pathLst>
                <a:path w="10727817" h="3496945">
                  <a:moveTo>
                    <a:pt x="0" y="241173"/>
                  </a:moveTo>
                  <a:cubicBezTo>
                    <a:pt x="0" y="107950"/>
                    <a:pt x="107950" y="0"/>
                    <a:pt x="241173" y="0"/>
                  </a:cubicBezTo>
                  <a:lnTo>
                    <a:pt x="10486644" y="0"/>
                  </a:lnTo>
                  <a:cubicBezTo>
                    <a:pt x="10619867" y="0"/>
                    <a:pt x="10727817" y="107950"/>
                    <a:pt x="10727817" y="241173"/>
                  </a:cubicBezTo>
                  <a:lnTo>
                    <a:pt x="10727817" y="3255772"/>
                  </a:lnTo>
                  <a:cubicBezTo>
                    <a:pt x="10727817" y="3388995"/>
                    <a:pt x="10619867" y="3496945"/>
                    <a:pt x="10486644" y="3496945"/>
                  </a:cubicBezTo>
                  <a:lnTo>
                    <a:pt x="241173" y="3496945"/>
                  </a:lnTo>
                  <a:cubicBezTo>
                    <a:pt x="107950" y="3496945"/>
                    <a:pt x="0" y="3388995"/>
                    <a:pt x="0" y="3255772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26" name="Group 26"/>
          <p:cNvGrpSpPr/>
          <p:nvPr/>
        </p:nvGrpSpPr>
        <p:grpSpPr>
          <a:xfrm rot="5400000">
            <a:off x="4765453" y="3476749"/>
            <a:ext cx="140675" cy="6659909"/>
            <a:chOff x="0" y="0"/>
            <a:chExt cx="187566" cy="887987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87579" cy="8879840"/>
            </a:xfrm>
            <a:custGeom>
              <a:avLst/>
              <a:gdLst/>
              <a:ahLst/>
              <a:cxnLst/>
              <a:rect l="l" t="t" r="r" b="b"/>
              <a:pathLst>
                <a:path w="187579" h="8879840">
                  <a:moveTo>
                    <a:pt x="0" y="0"/>
                  </a:moveTo>
                  <a:lnTo>
                    <a:pt x="187579" y="0"/>
                  </a:lnTo>
                  <a:lnTo>
                    <a:pt x="187579" y="8879840"/>
                  </a:lnTo>
                  <a:lnTo>
                    <a:pt x="0" y="887984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535911" y="6800840"/>
            <a:ext cx="6751482" cy="96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00" dirty="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3. </a:t>
            </a:r>
            <a:r>
              <a:rPr lang="en-US" sz="2700" dirty="0" err="1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프로젝트</a:t>
            </a:r>
            <a:r>
              <a:rPr lang="en-US" sz="2700" dirty="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결과물의</a:t>
            </a:r>
            <a:r>
              <a:rPr lang="en-US" sz="2700" dirty="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algn="ctr">
              <a:lnSpc>
                <a:spcPts val="3887"/>
              </a:lnSpc>
            </a:pPr>
            <a:r>
              <a:rPr lang="en-US" sz="2700" b="1" dirty="0" err="1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추후</a:t>
            </a:r>
            <a:r>
              <a:rPr lang="en-US" sz="2700" b="1" dirty="0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개선점이나</a:t>
            </a:r>
            <a:r>
              <a:rPr lang="en-US" sz="2700" b="1" dirty="0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b="1" dirty="0" err="1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보완할</a:t>
            </a:r>
            <a:r>
              <a:rPr lang="en-US" sz="2700" b="1" dirty="0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 점</a:t>
            </a:r>
            <a:r>
              <a:rPr lang="en-US" sz="2700" b="1" dirty="0">
                <a:solidFill>
                  <a:srgbClr val="FFD85C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700" dirty="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등 </a:t>
            </a:r>
            <a:r>
              <a:rPr lang="en-US" sz="2700" dirty="0" err="1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내용</a:t>
            </a:r>
            <a:r>
              <a:rPr lang="en-US" sz="2700" dirty="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 dirty="0" err="1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정리</a:t>
            </a:r>
            <a:endParaRPr lang="en-US" sz="2700" dirty="0">
              <a:solidFill>
                <a:srgbClr val="3B3838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9705475" y="6736357"/>
            <a:ext cx="8045910" cy="2622737"/>
            <a:chOff x="0" y="0"/>
            <a:chExt cx="10727880" cy="349698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27817" cy="3496945"/>
            </a:xfrm>
            <a:custGeom>
              <a:avLst/>
              <a:gdLst/>
              <a:ahLst/>
              <a:cxnLst/>
              <a:rect l="l" t="t" r="r" b="b"/>
              <a:pathLst>
                <a:path w="10727817" h="3496945">
                  <a:moveTo>
                    <a:pt x="0" y="241173"/>
                  </a:moveTo>
                  <a:cubicBezTo>
                    <a:pt x="0" y="107950"/>
                    <a:pt x="107950" y="0"/>
                    <a:pt x="241173" y="0"/>
                  </a:cubicBezTo>
                  <a:lnTo>
                    <a:pt x="10486644" y="0"/>
                  </a:lnTo>
                  <a:cubicBezTo>
                    <a:pt x="10619867" y="0"/>
                    <a:pt x="10727817" y="107950"/>
                    <a:pt x="10727817" y="241173"/>
                  </a:cubicBezTo>
                  <a:lnTo>
                    <a:pt x="10727817" y="3255772"/>
                  </a:lnTo>
                  <a:cubicBezTo>
                    <a:pt x="10727817" y="3388995"/>
                    <a:pt x="10619867" y="3496945"/>
                    <a:pt x="10486644" y="3496945"/>
                  </a:cubicBezTo>
                  <a:lnTo>
                    <a:pt x="241173" y="3496945"/>
                  </a:lnTo>
                  <a:cubicBezTo>
                    <a:pt x="107950" y="3496945"/>
                    <a:pt x="0" y="3388995"/>
                    <a:pt x="0" y="3255772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 rot="5400000">
            <a:off x="13546941" y="3476749"/>
            <a:ext cx="140675" cy="6659909"/>
            <a:chOff x="0" y="0"/>
            <a:chExt cx="187566" cy="887987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7579" cy="8879840"/>
            </a:xfrm>
            <a:custGeom>
              <a:avLst/>
              <a:gdLst/>
              <a:ahLst/>
              <a:cxnLst/>
              <a:rect l="l" t="t" r="r" b="b"/>
              <a:pathLst>
                <a:path w="187579" h="8879840">
                  <a:moveTo>
                    <a:pt x="0" y="0"/>
                  </a:moveTo>
                  <a:lnTo>
                    <a:pt x="187579" y="0"/>
                  </a:lnTo>
                  <a:lnTo>
                    <a:pt x="187579" y="8879840"/>
                  </a:lnTo>
                  <a:lnTo>
                    <a:pt x="0" y="887984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10195750" y="6826682"/>
            <a:ext cx="6751482" cy="92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4. 프로젝트를 수행하면서</a:t>
            </a:r>
          </a:p>
          <a:p>
            <a:pPr algn="ctr">
              <a:lnSpc>
                <a:spcPts val="3456"/>
              </a:lnSpc>
            </a:pPr>
            <a:r>
              <a:rPr lang="en-US" sz="24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느낀 점이나 경험한 성과</a:t>
            </a:r>
            <a:r>
              <a:rPr lang="en-US" sz="24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(경력 계획 등과 연관) 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594323" y="3612166"/>
            <a:ext cx="8045910" cy="2622737"/>
            <a:chOff x="0" y="0"/>
            <a:chExt cx="10727880" cy="349698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727817" cy="3496945"/>
            </a:xfrm>
            <a:custGeom>
              <a:avLst/>
              <a:gdLst/>
              <a:ahLst/>
              <a:cxnLst/>
              <a:rect l="l" t="t" r="r" b="b"/>
              <a:pathLst>
                <a:path w="10727817" h="3496945">
                  <a:moveTo>
                    <a:pt x="0" y="241173"/>
                  </a:moveTo>
                  <a:cubicBezTo>
                    <a:pt x="0" y="107950"/>
                    <a:pt x="107950" y="0"/>
                    <a:pt x="241173" y="0"/>
                  </a:cubicBezTo>
                  <a:lnTo>
                    <a:pt x="10486644" y="0"/>
                  </a:lnTo>
                  <a:cubicBezTo>
                    <a:pt x="10619867" y="0"/>
                    <a:pt x="10727817" y="107950"/>
                    <a:pt x="10727817" y="241173"/>
                  </a:cubicBezTo>
                  <a:lnTo>
                    <a:pt x="10727817" y="3255772"/>
                  </a:lnTo>
                  <a:cubicBezTo>
                    <a:pt x="10727817" y="3388995"/>
                    <a:pt x="10619867" y="3496945"/>
                    <a:pt x="10486644" y="3496945"/>
                  </a:cubicBezTo>
                  <a:lnTo>
                    <a:pt x="241173" y="3496945"/>
                  </a:lnTo>
                  <a:cubicBezTo>
                    <a:pt x="107950" y="3496945"/>
                    <a:pt x="0" y="3388995"/>
                    <a:pt x="0" y="3255772"/>
                  </a:cubicBez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grpSp>
        <p:nvGrpSpPr>
          <p:cNvPr id="36" name="Group 36"/>
          <p:cNvGrpSpPr/>
          <p:nvPr/>
        </p:nvGrpSpPr>
        <p:grpSpPr>
          <a:xfrm rot="5400000">
            <a:off x="13546941" y="352558"/>
            <a:ext cx="140675" cy="6659909"/>
            <a:chOff x="0" y="0"/>
            <a:chExt cx="187566" cy="887987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87579" cy="8879840"/>
            </a:xfrm>
            <a:custGeom>
              <a:avLst/>
              <a:gdLst/>
              <a:ahLst/>
              <a:cxnLst/>
              <a:rect l="l" t="t" r="r" b="b"/>
              <a:pathLst>
                <a:path w="187579" h="8879840">
                  <a:moveTo>
                    <a:pt x="0" y="0"/>
                  </a:moveTo>
                  <a:lnTo>
                    <a:pt x="187579" y="0"/>
                  </a:lnTo>
                  <a:lnTo>
                    <a:pt x="187579" y="8879840"/>
                  </a:lnTo>
                  <a:lnTo>
                    <a:pt x="0" y="887984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sp>
        <p:nvSpPr>
          <p:cNvPr id="38" name="TextBox 38"/>
          <p:cNvSpPr txBox="1"/>
          <p:nvPr/>
        </p:nvSpPr>
        <p:spPr>
          <a:xfrm>
            <a:off x="10073135" y="3861649"/>
            <a:ext cx="7310590" cy="45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4"/>
              </a:lnSpc>
            </a:pPr>
            <a:r>
              <a:rPr lang="en-US" sz="2700">
                <a:solidFill>
                  <a:srgbClr val="3B3838"/>
                </a:solidFill>
                <a:latin typeface="Arimo"/>
                <a:ea typeface="Arimo"/>
                <a:cs typeface="Arimo"/>
                <a:sym typeface="Arimo"/>
              </a:rPr>
              <a:t>2. 개인 또는 우리 팀이 </a:t>
            </a:r>
            <a:r>
              <a:rPr lang="en-US" sz="2700" b="1">
                <a:solidFill>
                  <a:srgbClr val="FFC000"/>
                </a:solidFill>
                <a:latin typeface="Arimo Bold"/>
                <a:ea typeface="Arimo Bold"/>
                <a:cs typeface="Arimo Bold"/>
                <a:sym typeface="Arimo Bold"/>
              </a:rPr>
              <a:t>잘한 부분과 아쉬운 점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770812" y="4502582"/>
            <a:ext cx="5410267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잘한점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</a:p>
          <a:p>
            <a:pPr marL="349101" lvl="1" indent="-174550" algn="l">
              <a:lnSpc>
                <a:spcPts val="1940"/>
              </a:lnSpc>
              <a:buAutoNum type="arabicPeriod"/>
            </a:pP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비추천→추천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오분류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완전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0건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달성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—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취준생에게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가장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치명적인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오류를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완전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차단</a:t>
            </a:r>
            <a:endParaRPr lang="en-US" sz="1616" b="1" dirty="0">
              <a:solidFill>
                <a:srgbClr val="3B383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349101" lvl="1" indent="-174550" algn="l">
              <a:lnSpc>
                <a:spcPts val="1940"/>
              </a:lnSpc>
              <a:buAutoNum type="arabicPeriod"/>
            </a:pP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전처리과정을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세분화해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기업의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다양한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면을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입체적으로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분석</a:t>
            </a:r>
            <a:endParaRPr lang="en-US" sz="1616" b="1" dirty="0">
              <a:solidFill>
                <a:srgbClr val="3B383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1940"/>
              </a:lnSpc>
            </a:pPr>
            <a:endParaRPr lang="en-US" sz="1616" b="1" dirty="0">
              <a:solidFill>
                <a:srgbClr val="3B383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1940"/>
              </a:lnSpc>
            </a:pP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아쉬운점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: </a:t>
            </a:r>
          </a:p>
          <a:p>
            <a:pPr marL="349101" lvl="1" indent="-174550" algn="l">
              <a:lnSpc>
                <a:spcPts val="1940"/>
              </a:lnSpc>
              <a:buAutoNum type="arabicPeriod"/>
            </a:pP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API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승인이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되지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않아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실시간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공고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연동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미구현으로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최신성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유지</a:t>
            </a:r>
            <a:r>
              <a:rPr lang="en-US" sz="1616" b="1" dirty="0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616" b="1" dirty="0" err="1">
                <a:solidFill>
                  <a:srgbClr val="3B3838"/>
                </a:solidFill>
                <a:latin typeface="Arimo Bold"/>
                <a:ea typeface="Arimo Bold"/>
                <a:cs typeface="Arimo Bold"/>
                <a:sym typeface="Arimo Bold"/>
              </a:rPr>
              <a:t>어려움</a:t>
            </a:r>
            <a:endParaRPr lang="en-US" sz="1616" b="1" dirty="0">
              <a:solidFill>
                <a:srgbClr val="3B383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1940"/>
              </a:lnSpc>
            </a:pPr>
            <a:endParaRPr lang="en-US" sz="1616" b="1" dirty="0">
              <a:solidFill>
                <a:srgbClr val="3B383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0" name="Freeform 40"/>
          <p:cNvSpPr/>
          <p:nvPr/>
        </p:nvSpPr>
        <p:spPr>
          <a:xfrm rot="1800000">
            <a:off x="567223" y="6490745"/>
            <a:ext cx="207616" cy="207616"/>
          </a:xfrm>
          <a:custGeom>
            <a:avLst/>
            <a:gdLst/>
            <a:ahLst/>
            <a:cxnLst/>
            <a:rect l="l" t="t" r="r" b="b"/>
            <a:pathLst>
              <a:path w="207616" h="207616">
                <a:moveTo>
                  <a:pt x="0" y="0"/>
                </a:moveTo>
                <a:lnTo>
                  <a:pt x="207617" y="0"/>
                </a:lnTo>
                <a:lnTo>
                  <a:pt x="207617" y="207616"/>
                </a:lnTo>
                <a:lnTo>
                  <a:pt x="0" y="2076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42" name="Freeform 42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812" b="4"/>
              </a:stretch>
            </a:blipFill>
          </p:spPr>
        </p:sp>
      </p:grpSp>
      <p:sp>
        <p:nvSpPr>
          <p:cNvPr id="43" name="Freeform 43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 t="-898" b="-893"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015745" y="4843624"/>
            <a:ext cx="8045910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endParaRPr dirty="0"/>
          </a:p>
          <a:p>
            <a:pPr algn="ctr">
              <a:lnSpc>
                <a:spcPts val="1800"/>
              </a:lnSpc>
            </a:pPr>
            <a:endParaRPr dirty="0"/>
          </a:p>
          <a:p>
            <a:pPr marL="323850" lvl="1" indent="-161925" algn="l">
              <a:lnSpc>
                <a:spcPts val="1800"/>
              </a:lnSpc>
              <a:buAutoNum type="arabicPeriod"/>
            </a:pP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파이프라인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전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과정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자체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구축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</a:t>
            </a:r>
          </a:p>
          <a:p>
            <a:pPr algn="ctr">
              <a:lnSpc>
                <a:spcPts val="1800"/>
              </a:lnSpc>
            </a:pP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크롤링부터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전처리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모델링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서비스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구현까지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외부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API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없이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팀이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직접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설계하고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완성한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점</a:t>
            </a:r>
          </a:p>
          <a:p>
            <a:pPr algn="ctr">
              <a:lnSpc>
                <a:spcPts val="1800"/>
              </a:lnSpc>
            </a:pPr>
            <a:endParaRPr lang="en-US" sz="1500" b="1" spc="-106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161925" lvl="1" algn="l">
              <a:lnSpc>
                <a:spcPts val="1800"/>
              </a:lnSpc>
            </a:pPr>
            <a:r>
              <a:rPr lang="en-US" sz="1500" b="1" spc="-106" dirty="0" smtClean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2.도메인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감성분석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6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고도화</a:t>
            </a:r>
            <a:r>
              <a:rPr lang="en-US" sz="1500" b="1" spc="-106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: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단순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긍/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부정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분류를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넘어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표준화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사전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,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카테고리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사전을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직접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구축해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리뷰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분석의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정교함을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높임</a:t>
            </a:r>
            <a:endParaRPr lang="en-US" sz="1500" b="1" spc="-107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비추천→추천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오분류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완전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0건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달성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—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취준생에게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가장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치명적인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오류를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완전</a:t>
            </a:r>
            <a:r>
              <a:rPr lang="en-US" sz="1500" b="1" spc="-107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1500" b="1" spc="-107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차단</a:t>
            </a:r>
            <a:endParaRPr lang="en-US" sz="1500" b="1" spc="-107" dirty="0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64559" y="8252069"/>
            <a:ext cx="804591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11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 분석 직무 확장 (현재 2개 직무 → 전 직군으로 확대)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11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채용공고 실시간 연동 API 구축 (자동 업데이트)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599" b="1" spc="-11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3.실제 재직기간 연계 데이터 확보 → 장기재직 예측 모델 고도화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endParaRPr lang="en-US" sz="1599" b="1" spc="-113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1919"/>
              </a:lnSpc>
              <a:spcBef>
                <a:spcPct val="0"/>
              </a:spcBef>
            </a:pPr>
            <a:endParaRPr lang="en-US" sz="1599" b="1" spc="-113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ctr">
              <a:lnSpc>
                <a:spcPts val="1919"/>
              </a:lnSpc>
              <a:spcBef>
                <a:spcPct val="0"/>
              </a:spcBef>
            </a:pPr>
            <a:endParaRPr lang="en-US" sz="1599" b="1" spc="-113">
              <a:solidFill>
                <a:srgbClr val="000000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287324" y="8252069"/>
            <a:ext cx="666863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 spc="-10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데이터 분석 전 과정을 실제 문제에 적용하며 "분석이 의사결정에 기여하는 방식" 체감</a:t>
            </a:r>
          </a:p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b="1" spc="-10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수집→전처리→모델링→서비스까지 데이터 분석가 전체 업무 플로우를 압축 경험한 실전 포트폴리오 확보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58781" y="4773253"/>
            <a:ext cx="1133043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  <a:spcBef>
                <a:spcPct val="0"/>
              </a:spcBef>
            </a:pPr>
            <a:r>
              <a:rPr lang="en-US" sz="27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8</a:t>
            </a:r>
            <a:r>
              <a:rPr lang="en-US" sz="2700" dirty="0" smtClean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점</a:t>
            </a:r>
            <a:endParaRPr lang="en-US" sz="2700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07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78" r="-7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668750" y="8096250"/>
            <a:ext cx="762000" cy="762000"/>
            <a:chOff x="0" y="0"/>
            <a:chExt cx="1016000" cy="10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16000" cy="1016000"/>
            </a:xfrm>
            <a:custGeom>
              <a:avLst/>
              <a:gdLst/>
              <a:ahLst/>
              <a:cxnLst/>
              <a:rect l="l" t="t" r="r" b="b"/>
              <a:pathLst>
                <a:path w="1016000" h="1016000">
                  <a:moveTo>
                    <a:pt x="508000" y="0"/>
                  </a:moveTo>
                  <a:cubicBezTo>
                    <a:pt x="227439" y="0"/>
                    <a:pt x="0" y="227439"/>
                    <a:pt x="0" y="508000"/>
                  </a:cubicBezTo>
                  <a:cubicBezTo>
                    <a:pt x="0" y="788561"/>
                    <a:pt x="227439" y="1016000"/>
                    <a:pt x="508000" y="1016000"/>
                  </a:cubicBezTo>
                  <a:cubicBezTo>
                    <a:pt x="788561" y="1016000"/>
                    <a:pt x="1016000" y="788561"/>
                    <a:pt x="1016000" y="508000"/>
                  </a:cubicBezTo>
                  <a:cubicBezTo>
                    <a:pt x="1016000" y="227439"/>
                    <a:pt x="788561" y="0"/>
                    <a:pt x="508000" y="0"/>
                  </a:cubicBezTo>
                  <a:close/>
                </a:path>
              </a:pathLst>
            </a:custGeom>
            <a:solidFill>
              <a:srgbClr val="3378C8">
                <a:alpha val="7843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7335500" y="3619500"/>
            <a:ext cx="571500" cy="571500"/>
            <a:chOff x="0" y="0"/>
            <a:chExt cx="762000" cy="762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0"/>
                  </a:moveTo>
                  <a:cubicBezTo>
                    <a:pt x="170580" y="0"/>
                    <a:pt x="0" y="170580"/>
                    <a:pt x="0" y="381000"/>
                  </a:cubicBezTo>
                  <a:cubicBezTo>
                    <a:pt x="0" y="591420"/>
                    <a:pt x="170580" y="762000"/>
                    <a:pt x="381000" y="762000"/>
                  </a:cubicBezTo>
                  <a:cubicBezTo>
                    <a:pt x="591420" y="762000"/>
                    <a:pt x="762000" y="591420"/>
                    <a:pt x="762000" y="381000"/>
                  </a:cubicBezTo>
                  <a:cubicBezTo>
                    <a:pt x="762000" y="170580"/>
                    <a:pt x="591420" y="0"/>
                    <a:pt x="381000" y="0"/>
                  </a:cubicBezTo>
                  <a:close/>
                </a:path>
              </a:pathLst>
            </a:custGeom>
            <a:solidFill>
              <a:srgbClr val="FFD85C">
                <a:alpha val="11765"/>
              </a:srgbClr>
            </a:solidFill>
          </p:spPr>
        </p:sp>
      </p:grpSp>
      <p:sp>
        <p:nvSpPr>
          <p:cNvPr id="7" name="Freeform 7"/>
          <p:cNvSpPr/>
          <p:nvPr/>
        </p:nvSpPr>
        <p:spPr>
          <a:xfrm rot="-5400000">
            <a:off x="15968424" y="4703007"/>
            <a:ext cx="3826316" cy="812835"/>
          </a:xfrm>
          <a:custGeom>
            <a:avLst/>
            <a:gdLst/>
            <a:ahLst/>
            <a:cxnLst/>
            <a:rect l="l" t="t" r="r" b="b"/>
            <a:pathLst>
              <a:path w="3826316" h="812835">
                <a:moveTo>
                  <a:pt x="0" y="0"/>
                </a:moveTo>
                <a:lnTo>
                  <a:pt x="3826317" y="0"/>
                </a:lnTo>
                <a:lnTo>
                  <a:pt x="3826317" y="812835"/>
                </a:lnTo>
                <a:lnTo>
                  <a:pt x="0" y="8128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 r="-2140" b="-98546"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-3" y="7926362"/>
            <a:ext cx="2054133" cy="2360638"/>
          </a:xfrm>
          <a:custGeom>
            <a:avLst/>
            <a:gdLst/>
            <a:ahLst/>
            <a:cxnLst/>
            <a:rect l="l" t="t" r="r" b="b"/>
            <a:pathLst>
              <a:path w="2054133" h="2360638">
                <a:moveTo>
                  <a:pt x="0" y="0"/>
                </a:moveTo>
                <a:lnTo>
                  <a:pt x="2054133" y="0"/>
                </a:lnTo>
                <a:lnTo>
                  <a:pt x="2054133" y="2360638"/>
                </a:lnTo>
                <a:lnTo>
                  <a:pt x="0" y="2360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 t="-6135" r="-107309" b="-382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61252" y="106080"/>
            <a:ext cx="18026739" cy="1831572"/>
            <a:chOff x="0" y="0"/>
            <a:chExt cx="24035652" cy="24420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035638" cy="2442083"/>
            </a:xfrm>
            <a:custGeom>
              <a:avLst/>
              <a:gdLst/>
              <a:ahLst/>
              <a:cxnLst/>
              <a:rect l="l" t="t" r="r" b="b"/>
              <a:pathLst>
                <a:path w="24035638" h="2442083">
                  <a:moveTo>
                    <a:pt x="24035638" y="2442083"/>
                  </a:moveTo>
                  <a:lnTo>
                    <a:pt x="581152" y="2442083"/>
                  </a:lnTo>
                  <a:cubicBezTo>
                    <a:pt x="260223" y="2442083"/>
                    <a:pt x="0" y="2181860"/>
                    <a:pt x="0" y="1860931"/>
                  </a:cubicBezTo>
                  <a:lnTo>
                    <a:pt x="0" y="0"/>
                  </a:lnTo>
                  <a:lnTo>
                    <a:pt x="24035638" y="0"/>
                  </a:lnTo>
                  <a:close/>
                </a:path>
              </a:pathLst>
            </a:custGeom>
            <a:solidFill>
              <a:srgbClr val="F2F2F2">
                <a:alpha val="24706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 rot="-10800000">
            <a:off x="0" y="3196276"/>
            <a:ext cx="18288000" cy="350368"/>
            <a:chOff x="0" y="0"/>
            <a:chExt cx="24384000" cy="467157"/>
          </a:xfrm>
        </p:grpSpPr>
        <p:sp>
          <p:nvSpPr>
            <p:cNvPr id="12" name="Freeform 12"/>
            <p:cNvSpPr/>
            <p:nvPr/>
          </p:nvSpPr>
          <p:spPr>
            <a:xfrm flipV="1">
              <a:off x="0" y="0"/>
              <a:ext cx="24384000" cy="467106"/>
            </a:xfrm>
            <a:custGeom>
              <a:avLst/>
              <a:gdLst/>
              <a:ahLst/>
              <a:cxnLst/>
              <a:rect l="l" t="t" r="r" b="b"/>
              <a:pathLst>
                <a:path w="24384000" h="467106">
                  <a:moveTo>
                    <a:pt x="0" y="467106"/>
                  </a:moveTo>
                  <a:lnTo>
                    <a:pt x="24384000" y="467106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467106"/>
                  </a:lnTo>
                  <a:close/>
                </a:path>
              </a:pathLst>
            </a:custGeom>
            <a:blipFill>
              <a:blip r:embed="rId8">
                <a:alphaModFix amt="27000"/>
              </a:blip>
              <a:stretch>
                <a:fillRect b="-272873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812835" y="2308508"/>
            <a:ext cx="151724" cy="170802"/>
            <a:chOff x="0" y="0"/>
            <a:chExt cx="202298" cy="227736"/>
          </a:xfrm>
        </p:grpSpPr>
        <p:sp>
          <p:nvSpPr>
            <p:cNvPr id="14" name="Freeform 14"/>
            <p:cNvSpPr/>
            <p:nvPr/>
          </p:nvSpPr>
          <p:spPr>
            <a:xfrm>
              <a:off x="0" y="-13"/>
              <a:ext cx="202279" cy="227790"/>
            </a:xfrm>
            <a:custGeom>
              <a:avLst/>
              <a:gdLst/>
              <a:ahLst/>
              <a:cxnLst/>
              <a:rect l="l" t="t" r="r" b="b"/>
              <a:pathLst>
                <a:path w="202279" h="227790">
                  <a:moveTo>
                    <a:pt x="192278" y="96533"/>
                  </a:moveTo>
                  <a:lnTo>
                    <a:pt x="29972" y="2680"/>
                  </a:lnTo>
                  <a:cubicBezTo>
                    <a:pt x="16637" y="-4940"/>
                    <a:pt x="0" y="4585"/>
                    <a:pt x="0" y="19952"/>
                  </a:cubicBezTo>
                  <a:lnTo>
                    <a:pt x="0" y="207785"/>
                  </a:lnTo>
                  <a:cubicBezTo>
                    <a:pt x="0" y="223152"/>
                    <a:pt x="16637" y="232804"/>
                    <a:pt x="29972" y="225057"/>
                  </a:cubicBezTo>
                  <a:lnTo>
                    <a:pt x="192278" y="131204"/>
                  </a:lnTo>
                  <a:cubicBezTo>
                    <a:pt x="205613" y="123457"/>
                    <a:pt x="205613" y="104280"/>
                    <a:pt x="192278" y="96660"/>
                  </a:cubicBezTo>
                  <a:close/>
                </a:path>
              </a:pathLst>
            </a:custGeom>
            <a:solidFill>
              <a:srgbClr val="3378C8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0" y="0"/>
            <a:ext cx="18288000" cy="171450"/>
            <a:chOff x="0" y="0"/>
            <a:chExt cx="24384000" cy="228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0" cy="228600"/>
            </a:xfrm>
            <a:custGeom>
              <a:avLst/>
              <a:gdLst/>
              <a:ahLst/>
              <a:cxnLst/>
              <a:rect l="l" t="t" r="r" b="b"/>
              <a:pathLst>
                <a:path w="24384000" h="2286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D85C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0" y="0"/>
            <a:ext cx="2005012" cy="171450"/>
            <a:chOff x="0" y="0"/>
            <a:chExt cx="2673350" cy="228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73350" cy="228600"/>
            </a:xfrm>
            <a:custGeom>
              <a:avLst/>
              <a:gdLst/>
              <a:ahLst/>
              <a:cxnLst/>
              <a:rect l="l" t="t" r="r" b="b"/>
              <a:pathLst>
                <a:path w="2673350" h="228600">
                  <a:moveTo>
                    <a:pt x="0" y="0"/>
                  </a:moveTo>
                  <a:lnTo>
                    <a:pt x="2673350" y="0"/>
                  </a:lnTo>
                  <a:lnTo>
                    <a:pt x="267335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3378C8"/>
            </a:solidFill>
          </p:spPr>
        </p:sp>
      </p:grpSp>
      <p:sp>
        <p:nvSpPr>
          <p:cNvPr id="19" name="Freeform 19"/>
          <p:cNvSpPr/>
          <p:nvPr/>
        </p:nvSpPr>
        <p:spPr>
          <a:xfrm rot="1800000">
            <a:off x="567223" y="6490745"/>
            <a:ext cx="207616" cy="207616"/>
          </a:xfrm>
          <a:custGeom>
            <a:avLst/>
            <a:gdLst/>
            <a:ahLst/>
            <a:cxnLst/>
            <a:rect l="l" t="t" r="r" b="b"/>
            <a:pathLst>
              <a:path w="207616" h="207616">
                <a:moveTo>
                  <a:pt x="0" y="0"/>
                </a:moveTo>
                <a:lnTo>
                  <a:pt x="207617" y="0"/>
                </a:lnTo>
                <a:lnTo>
                  <a:pt x="207617" y="207616"/>
                </a:lnTo>
                <a:lnTo>
                  <a:pt x="0" y="2076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903636" y="9865214"/>
            <a:ext cx="710546" cy="226209"/>
            <a:chOff x="0" y="0"/>
            <a:chExt cx="947395" cy="301612"/>
          </a:xfrm>
        </p:grpSpPr>
        <p:sp>
          <p:nvSpPr>
            <p:cNvPr id="21" name="Freeform 21" descr="EMB0000378c3f3d"/>
            <p:cNvSpPr/>
            <p:nvPr/>
          </p:nvSpPr>
          <p:spPr>
            <a:xfrm>
              <a:off x="0" y="0"/>
              <a:ext cx="947420" cy="301625"/>
            </a:xfrm>
            <a:custGeom>
              <a:avLst/>
              <a:gdLst/>
              <a:ahLst/>
              <a:cxnLst/>
              <a:rect l="l" t="t" r="r" b="b"/>
              <a:pathLst>
                <a:path w="947420" h="301625">
                  <a:moveTo>
                    <a:pt x="0" y="0"/>
                  </a:moveTo>
                  <a:lnTo>
                    <a:pt x="947420" y="0"/>
                  </a:lnTo>
                  <a:lnTo>
                    <a:pt x="947420" y="301625"/>
                  </a:lnTo>
                  <a:lnTo>
                    <a:pt x="0" y="301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r="-812" b="4"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16000724" y="9865214"/>
            <a:ext cx="716756" cy="213093"/>
          </a:xfrm>
          <a:custGeom>
            <a:avLst/>
            <a:gdLst/>
            <a:ahLst/>
            <a:cxnLst/>
            <a:rect l="l" t="t" r="r" b="b"/>
            <a:pathLst>
              <a:path w="716756" h="213093">
                <a:moveTo>
                  <a:pt x="0" y="0"/>
                </a:moveTo>
                <a:lnTo>
                  <a:pt x="716756" y="0"/>
                </a:lnTo>
                <a:lnTo>
                  <a:pt x="716756" y="213093"/>
                </a:lnTo>
                <a:lnTo>
                  <a:pt x="0" y="2130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 t="-898" b="-893"/>
            </a:stretch>
          </a:blipFill>
        </p:spPr>
      </p:sp>
      <p:graphicFrame>
        <p:nvGraphicFramePr>
          <p:cNvPr id="23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877364"/>
              </p:ext>
            </p:extLst>
          </p:nvPr>
        </p:nvGraphicFramePr>
        <p:xfrm>
          <a:off x="1205634" y="3790624"/>
          <a:ext cx="16031143" cy="6101266"/>
        </p:xfrm>
        <a:graphic>
          <a:graphicData uri="http://schemas.openxmlformats.org/drawingml/2006/table">
            <a:tbl>
              <a:tblPr/>
              <a:tblGrid>
                <a:gridCol w="1841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9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5579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이슬기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"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데이터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수집부터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서비스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구현까지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, 한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달간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처음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해보는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것들의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연속이었습니다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.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쉽지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않은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과정이었지만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완성된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서비스를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보며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그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시간이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헛되지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않았음을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느꼈습니다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."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579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강태규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"수백 건의 데이터를 하나하나 들여다보며 카테고리를 나누고, 사전을 만들고, 매핑하는 작업은 생각보다 훨씬 지치는 일이었습니다. 규칙도 없고 정답도 없는 작업이었지만, 그렇게 직접 손으로 쌓아 올린 데이터가 모델의 근거가 되었을 때 비로소 그 고생이 의미 있었다고 느꼈습니다."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579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이하정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기준도 방향도 없는 데이터 앞에서, 틀리고 수정하고 또 뒤집는 과정을 반복하며 조금씩 만들어간 기준을 토대로 쌓아 올린 기준들이 모델의 근거가 되었을 때, 막막함이 성장으로 바뀌는 순간을 경험했습니다. 의미있는 시간이었습니다.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504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배지환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비정형 데이터를 정량화하고 최종 지원 판단에 반영하는 과정을 수행하며, 데이터 분석에서 전처리와 기준 설계가 얼마나 중요한지 체감했습니다.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205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최연주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정성적인 데이터를 수치화하고, 새로운 기준을 직접 설계해보는 과정이 특히 재미있고 의미 있었던 프로젝트였습니다.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7820"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한서은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다양한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형태의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데이터를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하나의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기준으로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병합하고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머신러닝을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통해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분석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규칙을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검증해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나가면서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,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데이터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기반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의사결정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서비스의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설계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과정을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깊이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이해하게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599" dirty="0" err="1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되었습니다</a:t>
                      </a:r>
                      <a:r>
                        <a:rPr lang="en-US" sz="15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4" name="Group 24"/>
          <p:cNvGrpSpPr/>
          <p:nvPr/>
        </p:nvGrpSpPr>
        <p:grpSpPr>
          <a:xfrm>
            <a:off x="16954500" y="3810000"/>
            <a:ext cx="428625" cy="428625"/>
            <a:chOff x="0" y="0"/>
            <a:chExt cx="571500" cy="571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cubicBezTo>
                    <a:pt x="127935" y="0"/>
                    <a:pt x="0" y="127935"/>
                    <a:pt x="0" y="285750"/>
                  </a:cubicBezTo>
                  <a:cubicBezTo>
                    <a:pt x="0" y="443565"/>
                    <a:pt x="127935" y="571500"/>
                    <a:pt x="285750" y="571500"/>
                  </a:cubicBezTo>
                  <a:cubicBezTo>
                    <a:pt x="443565" y="571500"/>
                    <a:pt x="571500" y="443565"/>
                    <a:pt x="571500" y="285750"/>
                  </a:cubicBezTo>
                  <a:cubicBezTo>
                    <a:pt x="571500" y="127935"/>
                    <a:pt x="443565" y="0"/>
                    <a:pt x="285750" y="0"/>
                  </a:cubicBezTo>
                  <a:close/>
                </a:path>
              </a:pathLst>
            </a:custGeom>
            <a:solidFill>
              <a:srgbClr val="3378C8">
                <a:alpha val="29804"/>
              </a:srgbClr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905000" y="8763000"/>
            <a:ext cx="285750" cy="285750"/>
            <a:chOff x="0" y="0"/>
            <a:chExt cx="381000" cy="381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FFD85C">
                <a:alpha val="49804"/>
              </a:srgbClr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7621250" y="5238750"/>
            <a:ext cx="114300" cy="114300"/>
            <a:chOff x="0" y="0"/>
            <a:chExt cx="152400" cy="152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76200" y="0"/>
                  </a:moveTo>
                  <a:cubicBezTo>
                    <a:pt x="34116" y="0"/>
                    <a:pt x="0" y="34116"/>
                    <a:pt x="0" y="76200"/>
                  </a:cubicBezTo>
                  <a:cubicBezTo>
                    <a:pt x="0" y="118284"/>
                    <a:pt x="34116" y="152400"/>
                    <a:pt x="76200" y="152400"/>
                  </a:cubicBezTo>
                  <a:cubicBezTo>
                    <a:pt x="118284" y="152400"/>
                    <a:pt x="152400" y="118284"/>
                    <a:pt x="152400" y="76200"/>
                  </a:cubicBezTo>
                  <a:cubicBezTo>
                    <a:pt x="152400" y="34116"/>
                    <a:pt x="118284" y="0"/>
                    <a:pt x="76200" y="0"/>
                  </a:cubicBezTo>
                  <a:close/>
                </a:path>
              </a:pathLst>
            </a:custGeom>
            <a:solidFill>
              <a:srgbClr val="3378C8">
                <a:alpha val="40000"/>
              </a:srgbClr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476250" y="3048000"/>
            <a:ext cx="171450" cy="171450"/>
            <a:chOff x="0" y="0"/>
            <a:chExt cx="228600" cy="2286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lose/>
                </a:path>
              </a:pathLst>
            </a:custGeom>
            <a:solidFill>
              <a:srgbClr val="FFD85C">
                <a:alpha val="49804"/>
              </a:srgbClr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5240000" y="9048750"/>
            <a:ext cx="190500" cy="190500"/>
            <a:chOff x="0" y="0"/>
            <a:chExt cx="254000" cy="254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54000" cy="254000"/>
            </a:xfrm>
            <a:custGeom>
              <a:avLst/>
              <a:gdLst/>
              <a:ahLst/>
              <a:cxnLst/>
              <a:rect l="l" t="t" r="r" b="b"/>
              <a:pathLst>
                <a:path w="254000" h="254000">
                  <a:moveTo>
                    <a:pt x="127000" y="0"/>
                  </a:moveTo>
                  <a:lnTo>
                    <a:pt x="254000" y="127000"/>
                  </a:lnTo>
                  <a:lnTo>
                    <a:pt x="127000" y="254000"/>
                  </a:lnTo>
                  <a:lnTo>
                    <a:pt x="0" y="127000"/>
                  </a:lnTo>
                  <a:lnTo>
                    <a:pt x="127000" y="0"/>
                  </a:lnTo>
                  <a:close/>
                </a:path>
              </a:pathLst>
            </a:custGeom>
            <a:solidFill>
              <a:srgbClr val="3378C8">
                <a:alpha val="29804"/>
              </a:srgbClr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285750" y="7143750"/>
            <a:ext cx="152400" cy="152400"/>
            <a:chOff x="0" y="0"/>
            <a:chExt cx="203200" cy="203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3200" cy="203200"/>
            </a:xfrm>
            <a:custGeom>
              <a:avLst/>
              <a:gdLst/>
              <a:ahLst/>
              <a:cxnLst/>
              <a:rect l="l" t="t" r="r" b="b"/>
              <a:pathLst>
                <a:path w="203200" h="203200">
                  <a:moveTo>
                    <a:pt x="101600" y="0"/>
                  </a:moveTo>
                  <a:lnTo>
                    <a:pt x="203200" y="101600"/>
                  </a:lnTo>
                  <a:lnTo>
                    <a:pt x="101600" y="203200"/>
                  </a:lnTo>
                  <a:lnTo>
                    <a:pt x="0" y="101600"/>
                  </a:lnTo>
                  <a:lnTo>
                    <a:pt x="101600" y="0"/>
                  </a:lnTo>
                  <a:close/>
                </a:path>
              </a:pathLst>
            </a:custGeom>
            <a:solidFill>
              <a:srgbClr val="FFD85C">
                <a:alpha val="40000"/>
              </a:srgbClr>
            </a:solidFill>
          </p:spPr>
        </p:sp>
      </p:grpSp>
      <p:sp>
        <p:nvSpPr>
          <p:cNvPr id="36" name="TextBox 36"/>
          <p:cNvSpPr txBox="1"/>
          <p:nvPr/>
        </p:nvSpPr>
        <p:spPr>
          <a:xfrm>
            <a:off x="2284019" y="575843"/>
            <a:ext cx="3195437" cy="3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3378C8">
                    <a:alpha val="49804"/>
                  </a:srgbClr>
                </a:solidFill>
                <a:latin typeface="Arimo Bold"/>
                <a:ea typeface="Arimo Bold"/>
                <a:cs typeface="Arimo Bold"/>
                <a:sym typeface="Arimo Bold"/>
              </a:rPr>
              <a:t>K-Digital Training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284019" y="904256"/>
            <a:ext cx="7111441" cy="71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404040"/>
                </a:solidFill>
                <a:latin typeface="Arimo Bold"/>
                <a:ea typeface="Arimo Bold"/>
                <a:cs typeface="Arimo Bold"/>
                <a:sym typeface="Arimo Bold"/>
              </a:rPr>
              <a:t>자체 평가 의견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5596" y="471287"/>
            <a:ext cx="1144339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>
                <a:solidFill>
                  <a:srgbClr val="3378C8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48091" y="2171995"/>
            <a:ext cx="1617686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프로젝트 한줄소감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1544</Words>
  <Application>Microsoft Office PowerPoint</Application>
  <PresentationFormat>사용자 지정</PresentationFormat>
  <Paragraphs>267</Paragraphs>
  <Slides>15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Calibri</vt:lpstr>
      <vt:lpstr>Calibri (MS)</vt:lpstr>
      <vt:lpstr>Arimo</vt:lpstr>
      <vt:lpstr>Arial</vt:lpstr>
      <vt:lpstr>Arimo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팀별 프로젝트 결과보고서.pptx</dc:title>
  <cp:lastModifiedBy>이하정</cp:lastModifiedBy>
  <cp:revision>3</cp:revision>
  <dcterms:created xsi:type="dcterms:W3CDTF">2006-08-16T00:00:00Z</dcterms:created>
  <dcterms:modified xsi:type="dcterms:W3CDTF">2026-05-20T08:53:10Z</dcterms:modified>
  <dc:identifier>DAHKKbZUYmY</dc:identifier>
</cp:coreProperties>
</file>